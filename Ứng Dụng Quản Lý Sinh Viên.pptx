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3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4A8F9E-C2BD-4111-8AAA-8B0DCA569A64}" v="65" dt="2026-03-18T01:29:49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106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đức phạm minh" userId="5f9d70fd2474487b" providerId="LiveId" clId="{1332D574-7248-462C-AE0D-C8371E8BFAF5}"/>
    <pc:docChg chg="undo custSel addSld delSld modSld">
      <pc:chgData name="đức phạm minh" userId="5f9d70fd2474487b" providerId="LiveId" clId="{1332D574-7248-462C-AE0D-C8371E8BFAF5}" dt="2026-03-18T01:30:23.805" v="6671" actId="255"/>
      <pc:docMkLst>
        <pc:docMk/>
      </pc:docMkLst>
      <pc:sldChg chg="addSp delSp modSp mod addAnim">
        <pc:chgData name="đức phạm minh" userId="5f9d70fd2474487b" providerId="LiveId" clId="{1332D574-7248-462C-AE0D-C8371E8BFAF5}" dt="2026-03-18T01:30:23.805" v="6671" actId="255"/>
        <pc:sldMkLst>
          <pc:docMk/>
          <pc:sldMk cId="3942639492" sldId="256"/>
        </pc:sldMkLst>
        <pc:spChg chg="mod">
          <ac:chgData name="đức phạm minh" userId="5f9d70fd2474487b" providerId="LiveId" clId="{1332D574-7248-462C-AE0D-C8371E8BFAF5}" dt="2026-03-18T01:30:23.805" v="6671" actId="255"/>
          <ac:spMkLst>
            <pc:docMk/>
            <pc:sldMk cId="3942639492" sldId="256"/>
            <ac:spMk id="2" creationId="{43BA8A1B-84F3-4870-D3BC-D308E31B9481}"/>
          </ac:spMkLst>
        </pc:spChg>
        <pc:spChg chg="del">
          <ac:chgData name="đức phạm minh" userId="5f9d70fd2474487b" providerId="LiveId" clId="{1332D574-7248-462C-AE0D-C8371E8BFAF5}" dt="2026-03-18T01:28:02.988" v="6652" actId="26606"/>
          <ac:spMkLst>
            <pc:docMk/>
            <pc:sldMk cId="3942639492" sldId="256"/>
            <ac:spMk id="9" creationId="{C1DD1A8A-57D5-4A81-AD04-532B043C5611}"/>
          </ac:spMkLst>
        </pc:spChg>
        <pc:spChg chg="del">
          <ac:chgData name="đức phạm minh" userId="5f9d70fd2474487b" providerId="LiveId" clId="{1332D574-7248-462C-AE0D-C8371E8BFAF5}" dt="2026-03-18T01:28:02.988" v="6652" actId="26606"/>
          <ac:spMkLst>
            <pc:docMk/>
            <pc:sldMk cId="3942639492" sldId="256"/>
            <ac:spMk id="11" creationId="{007891EC-4501-44ED-A8C8-B11B6DB767AB}"/>
          </ac:spMkLst>
        </pc:spChg>
        <pc:spChg chg="add del">
          <ac:chgData name="đức phạm minh" userId="5f9d70fd2474487b" providerId="LiveId" clId="{1332D574-7248-462C-AE0D-C8371E8BFAF5}" dt="2026-03-18T01:29:47.060" v="6666" actId="26606"/>
          <ac:spMkLst>
            <pc:docMk/>
            <pc:sldMk cId="3942639492" sldId="256"/>
            <ac:spMk id="16" creationId="{C1DD1A8A-57D5-4A81-AD04-532B043C5611}"/>
          </ac:spMkLst>
        </pc:spChg>
        <pc:spChg chg="add del">
          <ac:chgData name="đức phạm minh" userId="5f9d70fd2474487b" providerId="LiveId" clId="{1332D574-7248-462C-AE0D-C8371E8BFAF5}" dt="2026-03-18T01:29:47.060" v="6666" actId="26606"/>
          <ac:spMkLst>
            <pc:docMk/>
            <pc:sldMk cId="3942639492" sldId="256"/>
            <ac:spMk id="18" creationId="{007891EC-4501-44ED-A8C8-B11B6DB767AB}"/>
          </ac:spMkLst>
        </pc:spChg>
        <pc:spChg chg="add del">
          <ac:chgData name="đức phạm minh" userId="5f9d70fd2474487b" providerId="LiveId" clId="{1332D574-7248-462C-AE0D-C8371E8BFAF5}" dt="2026-03-18T01:29:47.060" v="6666" actId="26606"/>
          <ac:spMkLst>
            <pc:docMk/>
            <pc:sldMk cId="3942639492" sldId="256"/>
            <ac:spMk id="23" creationId="{C1DD1A8A-57D5-4A81-AD04-532B043C5611}"/>
          </ac:spMkLst>
        </pc:spChg>
        <pc:spChg chg="add del">
          <ac:chgData name="đức phạm minh" userId="5f9d70fd2474487b" providerId="LiveId" clId="{1332D574-7248-462C-AE0D-C8371E8BFAF5}" dt="2026-03-18T01:29:47.060" v="6666" actId="26606"/>
          <ac:spMkLst>
            <pc:docMk/>
            <pc:sldMk cId="3942639492" sldId="256"/>
            <ac:spMk id="25" creationId="{007891EC-4501-44ED-A8C8-B11B6DB767AB}"/>
          </ac:spMkLst>
        </pc:spChg>
        <pc:spChg chg="add del">
          <ac:chgData name="đức phạm minh" userId="5f9d70fd2474487b" providerId="LiveId" clId="{1332D574-7248-462C-AE0D-C8371E8BFAF5}" dt="2026-03-18T01:29:45.526" v="6663" actId="26606"/>
          <ac:spMkLst>
            <pc:docMk/>
            <pc:sldMk cId="3942639492" sldId="256"/>
            <ac:spMk id="30" creationId="{C1DD1A8A-57D5-4A81-AD04-532B043C5611}"/>
          </ac:spMkLst>
        </pc:spChg>
        <pc:spChg chg="add del">
          <ac:chgData name="đức phạm minh" userId="5f9d70fd2474487b" providerId="LiveId" clId="{1332D574-7248-462C-AE0D-C8371E8BFAF5}" dt="2026-03-18T01:29:45.526" v="6663" actId="26606"/>
          <ac:spMkLst>
            <pc:docMk/>
            <pc:sldMk cId="3942639492" sldId="256"/>
            <ac:spMk id="32" creationId="{007891EC-4501-44ED-A8C8-B11B6DB767AB}"/>
          </ac:spMkLst>
        </pc:spChg>
        <pc:picChg chg="del">
          <ac:chgData name="đức phạm minh" userId="5f9d70fd2474487b" providerId="LiveId" clId="{1332D574-7248-462C-AE0D-C8371E8BFAF5}" dt="2026-03-18T01:27:58.934" v="6650" actId="21"/>
          <ac:picMkLst>
            <pc:docMk/>
            <pc:sldMk cId="3942639492" sldId="256"/>
            <ac:picMk id="4" creationId="{81272C15-B5CE-F664-E95D-824A10AED6E1}"/>
          </ac:picMkLst>
        </pc:picChg>
        <pc:picChg chg="add del mod ord">
          <ac:chgData name="đức phạm minh" userId="5f9d70fd2474487b" providerId="LiveId" clId="{1332D574-7248-462C-AE0D-C8371E8BFAF5}" dt="2026-03-18T01:29:50.063" v="6669" actId="21"/>
          <ac:picMkLst>
            <pc:docMk/>
            <pc:sldMk cId="3942639492" sldId="256"/>
            <ac:picMk id="5" creationId="{81272C15-B5CE-F664-E95D-824A10AED6E1}"/>
          </ac:picMkLst>
        </pc:picChg>
        <pc:picChg chg="add del mod">
          <ac:chgData name="đức phạm minh" userId="5f9d70fd2474487b" providerId="LiveId" clId="{1332D574-7248-462C-AE0D-C8371E8BFAF5}" dt="2026-03-18T01:29:48.152" v="6668" actId="21"/>
          <ac:picMkLst>
            <pc:docMk/>
            <pc:sldMk cId="3942639492" sldId="256"/>
            <ac:picMk id="6" creationId="{81272C15-B5CE-F664-E95D-824A10AED6E1}"/>
          </ac:picMkLst>
        </pc:picChg>
        <pc:picChg chg="add del mod ord">
          <ac:chgData name="đức phạm minh" userId="5f9d70fd2474487b" providerId="LiveId" clId="{1332D574-7248-462C-AE0D-C8371E8BFAF5}" dt="2026-03-18T01:29:47.682" v="6667" actId="931"/>
          <ac:picMkLst>
            <pc:docMk/>
            <pc:sldMk cId="3942639492" sldId="256"/>
            <ac:picMk id="8" creationId="{09C7ACA4-3B96-5E01-99DE-8BEA1F7C1D63}"/>
          </ac:picMkLst>
        </pc:picChg>
      </pc:sldChg>
      <pc:sldChg chg="addSp delSp modSp mod">
        <pc:chgData name="đức phạm minh" userId="5f9d70fd2474487b" providerId="LiveId" clId="{1332D574-7248-462C-AE0D-C8371E8BFAF5}" dt="2026-03-18T00:45:26.789" v="5838" actId="20577"/>
        <pc:sldMkLst>
          <pc:docMk/>
          <pc:sldMk cId="3215840307" sldId="257"/>
        </pc:sldMkLst>
        <pc:spChg chg="mod">
          <ac:chgData name="đức phạm minh" userId="5f9d70fd2474487b" providerId="LiveId" clId="{1332D574-7248-462C-AE0D-C8371E8BFAF5}" dt="2026-03-17T16:16:07.950" v="1147" actId="2711"/>
          <ac:spMkLst>
            <pc:docMk/>
            <pc:sldMk cId="3215840307" sldId="257"/>
            <ac:spMk id="2" creationId="{DB0AB64D-529C-41FE-CF72-664BCD0F9E55}"/>
          </ac:spMkLst>
        </pc:spChg>
        <pc:spChg chg="mod">
          <ac:chgData name="đức phạm minh" userId="5f9d70fd2474487b" providerId="LiveId" clId="{1332D574-7248-462C-AE0D-C8371E8BFAF5}" dt="2026-03-18T00:45:26.789" v="5838" actId="20577"/>
          <ac:spMkLst>
            <pc:docMk/>
            <pc:sldMk cId="3215840307" sldId="257"/>
            <ac:spMk id="3" creationId="{29CA94E4-8D10-31FB-ABC6-A59B13878B33}"/>
          </ac:spMkLst>
        </pc:spChg>
        <pc:spChg chg="add del mod">
          <ac:chgData name="đức phạm minh" userId="5f9d70fd2474487b" providerId="LiveId" clId="{1332D574-7248-462C-AE0D-C8371E8BFAF5}" dt="2026-03-17T16:05:50.018" v="631" actId="22"/>
          <ac:spMkLst>
            <pc:docMk/>
            <pc:sldMk cId="3215840307" sldId="257"/>
            <ac:spMk id="6" creationId="{3D90B734-D07C-8ABE-8529-9DD738C57B4D}"/>
          </ac:spMkLst>
        </pc:spChg>
        <pc:picChg chg="mod">
          <ac:chgData name="đức phạm minh" userId="5f9d70fd2474487b" providerId="LiveId" clId="{1332D574-7248-462C-AE0D-C8371E8BFAF5}" dt="2026-03-18T00:43:19.333" v="5795" actId="14100"/>
          <ac:picMkLst>
            <pc:docMk/>
            <pc:sldMk cId="3215840307" sldId="257"/>
            <ac:picMk id="4" creationId="{0BF49C1B-7CB2-82CF-8199-07F3019A8812}"/>
          </ac:picMkLst>
        </pc:picChg>
      </pc:sldChg>
      <pc:sldChg chg="del">
        <pc:chgData name="đức phạm minh" userId="5f9d70fd2474487b" providerId="LiveId" clId="{1332D574-7248-462C-AE0D-C8371E8BFAF5}" dt="2026-03-17T15:55:22.237" v="513" actId="2696"/>
        <pc:sldMkLst>
          <pc:docMk/>
          <pc:sldMk cId="1670786963" sldId="258"/>
        </pc:sldMkLst>
      </pc:sldChg>
      <pc:sldChg chg="addSp delSp modSp mod">
        <pc:chgData name="đức phạm minh" userId="5f9d70fd2474487b" providerId="LiveId" clId="{1332D574-7248-462C-AE0D-C8371E8BFAF5}" dt="2026-03-18T00:43:29.059" v="5797" actId="14100"/>
        <pc:sldMkLst>
          <pc:docMk/>
          <pc:sldMk cId="3386458536" sldId="259"/>
        </pc:sldMkLst>
        <pc:spChg chg="mod">
          <ac:chgData name="đức phạm minh" userId="5f9d70fd2474487b" providerId="LiveId" clId="{1332D574-7248-462C-AE0D-C8371E8BFAF5}" dt="2026-03-17T16:21:26.969" v="1228" actId="14100"/>
          <ac:spMkLst>
            <pc:docMk/>
            <pc:sldMk cId="3386458536" sldId="259"/>
            <ac:spMk id="2" creationId="{CAE25771-F5F8-19DE-8507-62C40C16A742}"/>
          </ac:spMkLst>
        </pc:spChg>
        <pc:spChg chg="del">
          <ac:chgData name="đức phạm minh" userId="5f9d70fd2474487b" providerId="LiveId" clId="{1332D574-7248-462C-AE0D-C8371E8BFAF5}" dt="2026-03-17T16:20:10.087" v="1222" actId="22"/>
          <ac:spMkLst>
            <pc:docMk/>
            <pc:sldMk cId="3386458536" sldId="259"/>
            <ac:spMk id="3" creationId="{416F4CFC-E1C1-84CC-BFB8-31C3E33DC88D}"/>
          </ac:spMkLst>
        </pc:spChg>
        <pc:spChg chg="add mod">
          <ac:chgData name="đức phạm minh" userId="5f9d70fd2474487b" providerId="LiveId" clId="{1332D574-7248-462C-AE0D-C8371E8BFAF5}" dt="2026-03-17T16:43:28" v="2524" actId="1076"/>
          <ac:spMkLst>
            <pc:docMk/>
            <pc:sldMk cId="3386458536" sldId="259"/>
            <ac:spMk id="7" creationId="{11FF0DC7-3F5E-69A0-6522-99EF710E18C6}"/>
          </ac:spMkLst>
        </pc:spChg>
        <pc:picChg chg="mod">
          <ac:chgData name="đức phạm minh" userId="5f9d70fd2474487b" providerId="LiveId" clId="{1332D574-7248-462C-AE0D-C8371E8BFAF5}" dt="2026-03-18T00:43:29.059" v="5797" actId="14100"/>
          <ac:picMkLst>
            <pc:docMk/>
            <pc:sldMk cId="3386458536" sldId="259"/>
            <ac:picMk id="4" creationId="{EDF718FF-8FB6-EEFD-AD71-61ABB73DFF49}"/>
          </ac:picMkLst>
        </pc:picChg>
        <pc:picChg chg="add mod ord">
          <ac:chgData name="đức phạm minh" userId="5f9d70fd2474487b" providerId="LiveId" clId="{1332D574-7248-462C-AE0D-C8371E8BFAF5}" dt="2026-03-17T16:47:51.720" v="2737" actId="1076"/>
          <ac:picMkLst>
            <pc:docMk/>
            <pc:sldMk cId="3386458536" sldId="259"/>
            <ac:picMk id="6" creationId="{018B1784-7ED4-294E-4DCF-03E1186482ED}"/>
          </ac:picMkLst>
        </pc:picChg>
      </pc:sldChg>
      <pc:sldChg chg="addSp modSp new mod modClrScheme chgLayout">
        <pc:chgData name="đức phạm minh" userId="5f9d70fd2474487b" providerId="LiveId" clId="{1332D574-7248-462C-AE0D-C8371E8BFAF5}" dt="2026-03-18T01:23:12.804" v="6649" actId="207"/>
        <pc:sldMkLst>
          <pc:docMk/>
          <pc:sldMk cId="3319619867" sldId="260"/>
        </pc:sldMkLst>
        <pc:spChg chg="mod ord">
          <ac:chgData name="đức phạm minh" userId="5f9d70fd2474487b" providerId="LiveId" clId="{1332D574-7248-462C-AE0D-C8371E8BFAF5}" dt="2026-03-17T16:14:33.406" v="1126" actId="20577"/>
          <ac:spMkLst>
            <pc:docMk/>
            <pc:sldMk cId="3319619867" sldId="260"/>
            <ac:spMk id="2" creationId="{4D296D4D-48F8-57E9-841A-000DB429FC3C}"/>
          </ac:spMkLst>
        </pc:spChg>
        <pc:spChg chg="mod ord">
          <ac:chgData name="đức phạm minh" userId="5f9d70fd2474487b" providerId="LiveId" clId="{1332D574-7248-462C-AE0D-C8371E8BFAF5}" dt="2026-03-18T01:23:12.804" v="6649" actId="207"/>
          <ac:spMkLst>
            <pc:docMk/>
            <pc:sldMk cId="3319619867" sldId="260"/>
            <ac:spMk id="3" creationId="{C633F754-BF19-96F6-9B4F-4B21D362988B}"/>
          </ac:spMkLst>
        </pc:spChg>
        <pc:spChg chg="add">
          <ac:chgData name="đức phạm minh" userId="5f9d70fd2474487b" providerId="LiveId" clId="{1332D574-7248-462C-AE0D-C8371E8BFAF5}" dt="2026-03-17T16:06:53.580" v="701"/>
          <ac:spMkLst>
            <pc:docMk/>
            <pc:sldMk cId="3319619867" sldId="260"/>
            <ac:spMk id="5" creationId="{6522FC83-041E-2B56-E002-BC6524160454}"/>
          </ac:spMkLst>
        </pc:spChg>
        <pc:spChg chg="add mod">
          <ac:chgData name="đức phạm minh" userId="5f9d70fd2474487b" providerId="LiveId" clId="{1332D574-7248-462C-AE0D-C8371E8BFAF5}" dt="2026-03-17T16:07:07.866" v="706" actId="1076"/>
          <ac:spMkLst>
            <pc:docMk/>
            <pc:sldMk cId="3319619867" sldId="260"/>
            <ac:spMk id="6" creationId="{F22F2E88-97FC-A043-6762-D5787CC20E38}"/>
          </ac:spMkLst>
        </pc:spChg>
        <pc:spChg chg="add mod">
          <ac:chgData name="đức phạm minh" userId="5f9d70fd2474487b" providerId="LiveId" clId="{1332D574-7248-462C-AE0D-C8371E8BFAF5}" dt="2026-03-17T16:07:17.817" v="709" actId="122"/>
          <ac:spMkLst>
            <pc:docMk/>
            <pc:sldMk cId="3319619867" sldId="260"/>
            <ac:spMk id="7" creationId="{F7114CCD-891F-D086-40CD-B84547C0FAC7}"/>
          </ac:spMkLst>
        </pc:spChg>
        <pc:picChg chg="add mod">
          <ac:chgData name="đức phạm minh" userId="5f9d70fd2474487b" providerId="LiveId" clId="{1332D574-7248-462C-AE0D-C8371E8BFAF5}" dt="2026-03-18T00:43:23.746" v="5796" actId="14100"/>
          <ac:picMkLst>
            <pc:docMk/>
            <pc:sldMk cId="3319619867" sldId="260"/>
            <ac:picMk id="4" creationId="{1DD230CF-9A5E-9278-7F5B-B1748C1736D3}"/>
          </ac:picMkLst>
        </pc:picChg>
      </pc:sldChg>
      <pc:sldChg chg="addSp delSp modSp new mod">
        <pc:chgData name="đức phạm minh" userId="5f9d70fd2474487b" providerId="LiveId" clId="{1332D574-7248-462C-AE0D-C8371E8BFAF5}" dt="2026-03-18T00:43:33.267" v="5798" actId="14100"/>
        <pc:sldMkLst>
          <pc:docMk/>
          <pc:sldMk cId="1097078371" sldId="261"/>
        </pc:sldMkLst>
        <pc:spChg chg="mod">
          <ac:chgData name="đức phạm minh" userId="5f9d70fd2474487b" providerId="LiveId" clId="{1332D574-7248-462C-AE0D-C8371E8BFAF5}" dt="2026-03-17T16:33:40.297" v="1902" actId="113"/>
          <ac:spMkLst>
            <pc:docMk/>
            <pc:sldMk cId="1097078371" sldId="261"/>
            <ac:spMk id="2" creationId="{73579336-CD6E-D3F2-8240-E2DE2496461E}"/>
          </ac:spMkLst>
        </pc:spChg>
        <pc:spChg chg="del">
          <ac:chgData name="đức phạm minh" userId="5f9d70fd2474487b" providerId="LiveId" clId="{1332D574-7248-462C-AE0D-C8371E8BFAF5}" dt="2026-03-17T16:35:24.322" v="1903" actId="22"/>
          <ac:spMkLst>
            <pc:docMk/>
            <pc:sldMk cId="1097078371" sldId="261"/>
            <ac:spMk id="3" creationId="{C3C3164F-01A7-064D-3D3E-2738F91BDE14}"/>
          </ac:spMkLst>
        </pc:spChg>
        <pc:spChg chg="add del mod">
          <ac:chgData name="đức phạm minh" userId="5f9d70fd2474487b" providerId="LiveId" clId="{1332D574-7248-462C-AE0D-C8371E8BFAF5}" dt="2026-03-17T16:37:35.052" v="1927"/>
          <ac:spMkLst>
            <pc:docMk/>
            <pc:sldMk cId="1097078371" sldId="261"/>
            <ac:spMk id="9" creationId="{CD7B041E-A9C5-6C35-D0F8-4F91B924633B}"/>
          </ac:spMkLst>
        </pc:spChg>
        <pc:spChg chg="add mod">
          <ac:chgData name="đức phạm minh" userId="5f9d70fd2474487b" providerId="LiveId" clId="{1332D574-7248-462C-AE0D-C8371E8BFAF5}" dt="2026-03-17T16:46:24.030" v="2650" actId="1076"/>
          <ac:spMkLst>
            <pc:docMk/>
            <pc:sldMk cId="1097078371" sldId="261"/>
            <ac:spMk id="10" creationId="{0F1BE982-097B-45B2-07C5-AFE359340B37}"/>
          </ac:spMkLst>
        </pc:spChg>
        <pc:spChg chg="add mod">
          <ac:chgData name="đức phạm minh" userId="5f9d70fd2474487b" providerId="LiveId" clId="{1332D574-7248-462C-AE0D-C8371E8BFAF5}" dt="2026-03-17T16:46:17.811" v="2649" actId="113"/>
          <ac:spMkLst>
            <pc:docMk/>
            <pc:sldMk cId="1097078371" sldId="261"/>
            <ac:spMk id="11" creationId="{D3F3C49E-2223-0036-3119-8056DDBE9BEF}"/>
          </ac:spMkLst>
        </pc:spChg>
        <pc:spChg chg="add mod">
          <ac:chgData name="đức phạm minh" userId="5f9d70fd2474487b" providerId="LiveId" clId="{1332D574-7248-462C-AE0D-C8371E8BFAF5}" dt="2026-03-17T17:20:31.346" v="5127" actId="21"/>
          <ac:spMkLst>
            <pc:docMk/>
            <pc:sldMk cId="1097078371" sldId="261"/>
            <ac:spMk id="13" creationId="{1CB414E9-B690-5D26-3842-BA95F4CB7593}"/>
          </ac:spMkLst>
        </pc:spChg>
        <pc:picChg chg="add mod">
          <ac:chgData name="đức phạm minh" userId="5f9d70fd2474487b" providerId="LiveId" clId="{1332D574-7248-462C-AE0D-C8371E8BFAF5}" dt="2026-03-18T00:43:33.267" v="5798" actId="14100"/>
          <ac:picMkLst>
            <pc:docMk/>
            <pc:sldMk cId="1097078371" sldId="261"/>
            <ac:picMk id="4" creationId="{121961C1-48EC-88F3-E138-B90F7C8C5F05}"/>
          </ac:picMkLst>
        </pc:picChg>
        <pc:picChg chg="add del mod ord">
          <ac:chgData name="đức phạm minh" userId="5f9d70fd2474487b" providerId="LiveId" clId="{1332D574-7248-462C-AE0D-C8371E8BFAF5}" dt="2026-03-17T17:20:31.346" v="5127" actId="21"/>
          <ac:picMkLst>
            <pc:docMk/>
            <pc:sldMk cId="1097078371" sldId="261"/>
            <ac:picMk id="6" creationId="{9BE95F98-1A37-5F77-9F10-2D8AC995436A}"/>
          </ac:picMkLst>
        </pc:picChg>
        <pc:picChg chg="add del mod">
          <ac:chgData name="đức phạm minh" userId="5f9d70fd2474487b" providerId="LiveId" clId="{1332D574-7248-462C-AE0D-C8371E8BFAF5}" dt="2026-03-17T17:21:32.200" v="5140" actId="21"/>
          <ac:picMkLst>
            <pc:docMk/>
            <pc:sldMk cId="1097078371" sldId="261"/>
            <ac:picMk id="8" creationId="{CA2EAC06-4B7A-52E6-4FF2-22A7786101F3}"/>
          </ac:picMkLst>
        </pc:picChg>
        <pc:picChg chg="add mod">
          <ac:chgData name="đức phạm minh" userId="5f9d70fd2474487b" providerId="LiveId" clId="{1332D574-7248-462C-AE0D-C8371E8BFAF5}" dt="2026-03-17T17:20:34.990" v="5129"/>
          <ac:picMkLst>
            <pc:docMk/>
            <pc:sldMk cId="1097078371" sldId="261"/>
            <ac:picMk id="14" creationId="{9BE95F98-1A37-5F77-9F10-2D8AC995436A}"/>
          </ac:picMkLst>
        </pc:picChg>
        <pc:picChg chg="add mod">
          <ac:chgData name="đức phạm minh" userId="5f9d70fd2474487b" providerId="LiveId" clId="{1332D574-7248-462C-AE0D-C8371E8BFAF5}" dt="2026-03-17T17:20:37.553" v="5131"/>
          <ac:picMkLst>
            <pc:docMk/>
            <pc:sldMk cId="1097078371" sldId="261"/>
            <ac:picMk id="15" creationId="{D725B37A-29C4-BBAB-FD35-9ED674E99A38}"/>
          </ac:picMkLst>
        </pc:picChg>
        <pc:picChg chg="add mod">
          <ac:chgData name="đức phạm minh" userId="5f9d70fd2474487b" providerId="LiveId" clId="{1332D574-7248-462C-AE0D-C8371E8BFAF5}" dt="2026-03-17T17:21:12.627" v="5139" actId="1076"/>
          <ac:picMkLst>
            <pc:docMk/>
            <pc:sldMk cId="1097078371" sldId="261"/>
            <ac:picMk id="17" creationId="{63371D4E-CA6B-762D-E109-6CE4EC4CF6F2}"/>
          </ac:picMkLst>
        </pc:picChg>
        <pc:picChg chg="add mod">
          <ac:chgData name="đức phạm minh" userId="5f9d70fd2474487b" providerId="LiveId" clId="{1332D574-7248-462C-AE0D-C8371E8BFAF5}" dt="2026-03-17T17:21:32.956" v="5141"/>
          <ac:picMkLst>
            <pc:docMk/>
            <pc:sldMk cId="1097078371" sldId="261"/>
            <ac:picMk id="18" creationId="{CA2EAC06-4B7A-52E6-4FF2-22A7786101F3}"/>
          </ac:picMkLst>
        </pc:picChg>
        <pc:picChg chg="add mod">
          <ac:chgData name="đức phạm minh" userId="5f9d70fd2474487b" providerId="LiveId" clId="{1332D574-7248-462C-AE0D-C8371E8BFAF5}" dt="2026-03-17T17:21:51.779" v="5144" actId="1076"/>
          <ac:picMkLst>
            <pc:docMk/>
            <pc:sldMk cId="1097078371" sldId="261"/>
            <ac:picMk id="20" creationId="{C54BB43B-8747-3490-B8B1-F0B416F97511}"/>
          </ac:picMkLst>
        </pc:picChg>
      </pc:sldChg>
      <pc:sldChg chg="addSp delSp modSp new mod setBg">
        <pc:chgData name="đức phạm minh" userId="5f9d70fd2474487b" providerId="LiveId" clId="{1332D574-7248-462C-AE0D-C8371E8BFAF5}" dt="2026-03-18T00:43:37.919" v="5799" actId="14100"/>
        <pc:sldMkLst>
          <pc:docMk/>
          <pc:sldMk cId="3839263904" sldId="262"/>
        </pc:sldMkLst>
        <pc:spChg chg="mod">
          <ac:chgData name="đức phạm minh" userId="5f9d70fd2474487b" providerId="LiveId" clId="{1332D574-7248-462C-AE0D-C8371E8BFAF5}" dt="2026-03-17T16:50:32.985" v="2807" actId="26606"/>
          <ac:spMkLst>
            <pc:docMk/>
            <pc:sldMk cId="3839263904" sldId="262"/>
            <ac:spMk id="2" creationId="{57AE568B-369A-FC2D-8EF0-80FB9A9A4685}"/>
          </ac:spMkLst>
        </pc:spChg>
        <pc:spChg chg="mod">
          <ac:chgData name="đức phạm minh" userId="5f9d70fd2474487b" providerId="LiveId" clId="{1332D574-7248-462C-AE0D-C8371E8BFAF5}" dt="2026-03-17T17:06:11.342" v="3761" actId="255"/>
          <ac:spMkLst>
            <pc:docMk/>
            <pc:sldMk cId="3839263904" sldId="262"/>
            <ac:spMk id="3" creationId="{F5B774C5-917E-F7CA-F985-511EB830E43D}"/>
          </ac:spMkLst>
        </pc:spChg>
        <pc:spChg chg="add del">
          <ac:chgData name="đức phạm minh" userId="5f9d70fd2474487b" providerId="LiveId" clId="{1332D574-7248-462C-AE0D-C8371E8BFAF5}" dt="2026-03-17T16:50:32.985" v="2807" actId="26606"/>
          <ac:spMkLst>
            <pc:docMk/>
            <pc:sldMk cId="3839263904" sldId="262"/>
            <ac:spMk id="13" creationId="{352BEC0E-22F8-46D0-9632-375DB541B06C}"/>
          </ac:spMkLst>
        </pc:spChg>
        <pc:spChg chg="add del">
          <ac:chgData name="đức phạm minh" userId="5f9d70fd2474487b" providerId="LiveId" clId="{1332D574-7248-462C-AE0D-C8371E8BFAF5}" dt="2026-03-17T16:50:32.985" v="2807" actId="26606"/>
          <ac:spMkLst>
            <pc:docMk/>
            <pc:sldMk cId="3839263904" sldId="262"/>
            <ac:spMk id="15" creationId="{3FCFB1DE-0B7E-48CC-BA90-B2AB0889F9D6}"/>
          </ac:spMkLst>
        </pc:spChg>
        <pc:picChg chg="add mod ord">
          <ac:chgData name="đức phạm minh" userId="5f9d70fd2474487b" providerId="LiveId" clId="{1332D574-7248-462C-AE0D-C8371E8BFAF5}" dt="2026-03-18T00:43:37.919" v="5799" actId="14100"/>
          <ac:picMkLst>
            <pc:docMk/>
            <pc:sldMk cId="3839263904" sldId="262"/>
            <ac:picMk id="4" creationId="{35912595-3A64-F5F8-06BC-2D1F320460A7}"/>
          </ac:picMkLst>
        </pc:picChg>
        <pc:picChg chg="add del mod">
          <ac:chgData name="đức phạm minh" userId="5f9d70fd2474487b" providerId="LiveId" clId="{1332D574-7248-462C-AE0D-C8371E8BFAF5}" dt="2026-03-17T16:50:34.046" v="2809" actId="22"/>
          <ac:picMkLst>
            <pc:docMk/>
            <pc:sldMk cId="3839263904" sldId="262"/>
            <ac:picMk id="6" creationId="{4EC56FEC-6E75-4D05-3DCF-AF7DF0F18E68}"/>
          </ac:picMkLst>
        </pc:picChg>
        <pc:picChg chg="add del mod">
          <ac:chgData name="đức phạm minh" userId="5f9d70fd2474487b" providerId="LiveId" clId="{1332D574-7248-462C-AE0D-C8371E8BFAF5}" dt="2026-03-17T16:50:33.678" v="2808" actId="22"/>
          <ac:picMkLst>
            <pc:docMk/>
            <pc:sldMk cId="3839263904" sldId="262"/>
            <ac:picMk id="8" creationId="{DC539C37-BC01-3A4D-5A54-2CB9F35F9733}"/>
          </ac:picMkLst>
        </pc:picChg>
        <pc:picChg chg="add mod">
          <ac:chgData name="đức phạm minh" userId="5f9d70fd2474487b" providerId="LiveId" clId="{1332D574-7248-462C-AE0D-C8371E8BFAF5}" dt="2026-03-17T16:51:56.953" v="2820" actId="14100"/>
          <ac:picMkLst>
            <pc:docMk/>
            <pc:sldMk cId="3839263904" sldId="262"/>
            <ac:picMk id="10" creationId="{B6E1C18D-AA20-81C4-0384-2F5A2616F34B}"/>
          </ac:picMkLst>
        </pc:picChg>
        <pc:picChg chg="add mod">
          <ac:chgData name="đức phạm minh" userId="5f9d70fd2474487b" providerId="LiveId" clId="{1332D574-7248-462C-AE0D-C8371E8BFAF5}" dt="2026-03-17T16:51:47.802" v="2819" actId="14100"/>
          <ac:picMkLst>
            <pc:docMk/>
            <pc:sldMk cId="3839263904" sldId="262"/>
            <ac:picMk id="12" creationId="{08AEB67B-FC78-1CBB-6D68-866A272C9EEC}"/>
          </ac:picMkLst>
        </pc:picChg>
      </pc:sldChg>
      <pc:sldChg chg="addSp delSp modSp new mod">
        <pc:chgData name="đức phạm minh" userId="5f9d70fd2474487b" providerId="LiveId" clId="{1332D574-7248-462C-AE0D-C8371E8BFAF5}" dt="2026-03-18T00:43:42.006" v="5800" actId="14100"/>
        <pc:sldMkLst>
          <pc:docMk/>
          <pc:sldMk cId="2805668523" sldId="263"/>
        </pc:sldMkLst>
        <pc:spChg chg="mod">
          <ac:chgData name="đức phạm minh" userId="5f9d70fd2474487b" providerId="LiveId" clId="{1332D574-7248-462C-AE0D-C8371E8BFAF5}" dt="2026-03-17T16:58:28.976" v="3240" actId="255"/>
          <ac:spMkLst>
            <pc:docMk/>
            <pc:sldMk cId="2805668523" sldId="263"/>
            <ac:spMk id="2" creationId="{A4DE4A7D-5FB3-12FC-4181-B8C6166C187C}"/>
          </ac:spMkLst>
        </pc:spChg>
        <pc:spChg chg="del">
          <ac:chgData name="đức phạm minh" userId="5f9d70fd2474487b" providerId="LiveId" clId="{1332D574-7248-462C-AE0D-C8371E8BFAF5}" dt="2026-03-17T17:01:34.886" v="3247" actId="22"/>
          <ac:spMkLst>
            <pc:docMk/>
            <pc:sldMk cId="2805668523" sldId="263"/>
            <ac:spMk id="3" creationId="{24ED507E-B26F-C28B-6D70-502D37AAFDA8}"/>
          </ac:spMkLst>
        </pc:spChg>
        <pc:spChg chg="add mod">
          <ac:chgData name="đức phạm minh" userId="5f9d70fd2474487b" providerId="LiveId" clId="{1332D574-7248-462C-AE0D-C8371E8BFAF5}" dt="2026-03-17T17:06:22.925" v="3764" actId="255"/>
          <ac:spMkLst>
            <pc:docMk/>
            <pc:sldMk cId="2805668523" sldId="263"/>
            <ac:spMk id="11" creationId="{BC44B561-E629-6DEA-60D6-E1AE03F1F685}"/>
          </ac:spMkLst>
        </pc:spChg>
        <pc:picChg chg="add mod">
          <ac:chgData name="đức phạm minh" userId="5f9d70fd2474487b" providerId="LiveId" clId="{1332D574-7248-462C-AE0D-C8371E8BFAF5}" dt="2026-03-18T00:43:42.006" v="5800" actId="14100"/>
          <ac:picMkLst>
            <pc:docMk/>
            <pc:sldMk cId="2805668523" sldId="263"/>
            <ac:picMk id="4" creationId="{A1C6D71A-7F5C-7D4E-61C6-C3123C85E875}"/>
          </ac:picMkLst>
        </pc:picChg>
        <pc:picChg chg="add del mod">
          <ac:chgData name="đức phạm minh" userId="5f9d70fd2474487b" providerId="LiveId" clId="{1332D574-7248-462C-AE0D-C8371E8BFAF5}" dt="2026-03-17T17:01:32.157" v="3246" actId="22"/>
          <ac:picMkLst>
            <pc:docMk/>
            <pc:sldMk cId="2805668523" sldId="263"/>
            <ac:picMk id="6" creationId="{56C437CD-CFCB-70D4-5237-2BB7093753D3}"/>
          </ac:picMkLst>
        </pc:picChg>
        <pc:picChg chg="add mod ord">
          <ac:chgData name="đức phạm minh" userId="5f9d70fd2474487b" providerId="LiveId" clId="{1332D574-7248-462C-AE0D-C8371E8BFAF5}" dt="2026-03-17T17:02:12.463" v="3258" actId="1076"/>
          <ac:picMkLst>
            <pc:docMk/>
            <pc:sldMk cId="2805668523" sldId="263"/>
            <ac:picMk id="8" creationId="{581349F5-8A23-2FDF-F897-C86B24CB586E}"/>
          </ac:picMkLst>
        </pc:picChg>
        <pc:picChg chg="add mod">
          <ac:chgData name="đức phạm minh" userId="5f9d70fd2474487b" providerId="LiveId" clId="{1332D574-7248-462C-AE0D-C8371E8BFAF5}" dt="2026-03-17T17:02:16.092" v="3259" actId="14100"/>
          <ac:picMkLst>
            <pc:docMk/>
            <pc:sldMk cId="2805668523" sldId="263"/>
            <ac:picMk id="10" creationId="{DD2CE069-8BD8-23C7-F830-F37FE1CF835D}"/>
          </ac:picMkLst>
        </pc:picChg>
      </pc:sldChg>
      <pc:sldChg chg="addSp delSp modSp new mod">
        <pc:chgData name="đức phạm minh" userId="5f9d70fd2474487b" providerId="LiveId" clId="{1332D574-7248-462C-AE0D-C8371E8BFAF5}" dt="2026-03-18T00:43:47.436" v="5801" actId="14100"/>
        <pc:sldMkLst>
          <pc:docMk/>
          <pc:sldMk cId="97668917" sldId="264"/>
        </pc:sldMkLst>
        <pc:spChg chg="mod">
          <ac:chgData name="đức phạm minh" userId="5f9d70fd2474487b" providerId="LiveId" clId="{1332D574-7248-462C-AE0D-C8371E8BFAF5}" dt="2026-03-17T17:08:02.476" v="3818" actId="113"/>
          <ac:spMkLst>
            <pc:docMk/>
            <pc:sldMk cId="97668917" sldId="264"/>
            <ac:spMk id="2" creationId="{640E4EC9-3752-9D92-23C4-B206E7399DDE}"/>
          </ac:spMkLst>
        </pc:spChg>
        <pc:spChg chg="del">
          <ac:chgData name="đức phạm minh" userId="5f9d70fd2474487b" providerId="LiveId" clId="{1332D574-7248-462C-AE0D-C8371E8BFAF5}" dt="2026-03-17T17:09:59.086" v="3938" actId="22"/>
          <ac:spMkLst>
            <pc:docMk/>
            <pc:sldMk cId="97668917" sldId="264"/>
            <ac:spMk id="3" creationId="{362F75F4-5C8F-35B4-A4AE-6719B93BDB83}"/>
          </ac:spMkLst>
        </pc:spChg>
        <pc:spChg chg="add mod">
          <ac:chgData name="đức phạm minh" userId="5f9d70fd2474487b" providerId="LiveId" clId="{1332D574-7248-462C-AE0D-C8371E8BFAF5}" dt="2026-03-17T17:15:18.060" v="4537" actId="255"/>
          <ac:spMkLst>
            <pc:docMk/>
            <pc:sldMk cId="97668917" sldId="264"/>
            <ac:spMk id="5" creationId="{8EE5C464-0B36-8C43-6F0E-DC59E97A303F}"/>
          </ac:spMkLst>
        </pc:spChg>
        <pc:spChg chg="add mod">
          <ac:chgData name="đức phạm minh" userId="5f9d70fd2474487b" providerId="LiveId" clId="{1332D574-7248-462C-AE0D-C8371E8BFAF5}" dt="2026-03-17T17:15:29.447" v="4538" actId="255"/>
          <ac:spMkLst>
            <pc:docMk/>
            <pc:sldMk cId="97668917" sldId="264"/>
            <ac:spMk id="10" creationId="{D1601A40-F406-4056-5D1B-006FACA2699A}"/>
          </ac:spMkLst>
        </pc:spChg>
        <pc:picChg chg="add mod">
          <ac:chgData name="đức phạm minh" userId="5f9d70fd2474487b" providerId="LiveId" clId="{1332D574-7248-462C-AE0D-C8371E8BFAF5}" dt="2026-03-18T00:43:47.436" v="5801" actId="14100"/>
          <ac:picMkLst>
            <pc:docMk/>
            <pc:sldMk cId="97668917" sldId="264"/>
            <ac:picMk id="4" creationId="{D899A636-325C-F599-3E3D-638B912AEB64}"/>
          </ac:picMkLst>
        </pc:picChg>
        <pc:picChg chg="add mod ord">
          <ac:chgData name="đức phạm minh" userId="5f9d70fd2474487b" providerId="LiveId" clId="{1332D574-7248-462C-AE0D-C8371E8BFAF5}" dt="2026-03-17T17:10:28.864" v="3945" actId="1076"/>
          <ac:picMkLst>
            <pc:docMk/>
            <pc:sldMk cId="97668917" sldId="264"/>
            <ac:picMk id="7" creationId="{6873A207-6CE4-BB9F-5FD9-63A10537A1A2}"/>
          </ac:picMkLst>
        </pc:picChg>
        <pc:picChg chg="add mod">
          <ac:chgData name="đức phạm minh" userId="5f9d70fd2474487b" providerId="LiveId" clId="{1332D574-7248-462C-AE0D-C8371E8BFAF5}" dt="2026-03-17T17:10:40.110" v="3948" actId="14100"/>
          <ac:picMkLst>
            <pc:docMk/>
            <pc:sldMk cId="97668917" sldId="264"/>
            <ac:picMk id="9" creationId="{F63EF321-1C54-7845-2089-E83990C329D6}"/>
          </ac:picMkLst>
        </pc:picChg>
        <pc:picChg chg="add del">
          <ac:chgData name="đức phạm minh" userId="5f9d70fd2474487b" providerId="LiveId" clId="{1332D574-7248-462C-AE0D-C8371E8BFAF5}" dt="2026-03-17T17:14:53.448" v="4535" actId="22"/>
          <ac:picMkLst>
            <pc:docMk/>
            <pc:sldMk cId="97668917" sldId="264"/>
            <ac:picMk id="12" creationId="{E2102DBD-F47E-1968-3360-AEE30B5DD135}"/>
          </ac:picMkLst>
        </pc:picChg>
      </pc:sldChg>
      <pc:sldChg chg="addSp modSp new mod">
        <pc:chgData name="đức phạm minh" userId="5f9d70fd2474487b" providerId="LiveId" clId="{1332D574-7248-462C-AE0D-C8371E8BFAF5}" dt="2026-03-18T00:43:51.191" v="5802" actId="14100"/>
        <pc:sldMkLst>
          <pc:docMk/>
          <pc:sldMk cId="1059897323" sldId="265"/>
        </pc:sldMkLst>
        <pc:spChg chg="mod">
          <ac:chgData name="đức phạm minh" userId="5f9d70fd2474487b" providerId="LiveId" clId="{1332D574-7248-462C-AE0D-C8371E8BFAF5}" dt="2026-03-17T17:16:03.517" v="4607" actId="20577"/>
          <ac:spMkLst>
            <pc:docMk/>
            <pc:sldMk cId="1059897323" sldId="265"/>
            <ac:spMk id="2" creationId="{A3CFB1D1-6AB6-5FED-2B20-8A6ED2F882E8}"/>
          </ac:spMkLst>
        </pc:spChg>
        <pc:spChg chg="mod">
          <ac:chgData name="đức phạm minh" userId="5f9d70fd2474487b" providerId="LiveId" clId="{1332D574-7248-462C-AE0D-C8371E8BFAF5}" dt="2026-03-17T17:19:12.501" v="5125" actId="113"/>
          <ac:spMkLst>
            <pc:docMk/>
            <pc:sldMk cId="1059897323" sldId="265"/>
            <ac:spMk id="3" creationId="{F38A14A0-C78B-A5D8-0508-408F60C9AC6C}"/>
          </ac:spMkLst>
        </pc:spChg>
        <pc:picChg chg="add mod">
          <ac:chgData name="đức phạm minh" userId="5f9d70fd2474487b" providerId="LiveId" clId="{1332D574-7248-462C-AE0D-C8371E8BFAF5}" dt="2026-03-18T00:43:51.191" v="5802" actId="14100"/>
          <ac:picMkLst>
            <pc:docMk/>
            <pc:sldMk cId="1059897323" sldId="265"/>
            <ac:picMk id="4" creationId="{9E6EECD3-5F23-6B06-E427-B043324D2089}"/>
          </ac:picMkLst>
        </pc:picChg>
        <pc:picChg chg="add mod">
          <ac:chgData name="đức phạm minh" userId="5f9d70fd2474487b" providerId="LiveId" clId="{1332D574-7248-462C-AE0D-C8371E8BFAF5}" dt="2026-03-17T17:19:30.981" v="5126" actId="1076"/>
          <ac:picMkLst>
            <pc:docMk/>
            <pc:sldMk cId="1059897323" sldId="265"/>
            <ac:picMk id="6" creationId="{704C093F-2AAE-2C8D-AB89-4F84EAE865A0}"/>
          </ac:picMkLst>
        </pc:picChg>
      </pc:sldChg>
      <pc:sldChg chg="addSp modSp new mod">
        <pc:chgData name="đức phạm minh" userId="5f9d70fd2474487b" providerId="LiveId" clId="{1332D574-7248-462C-AE0D-C8371E8BFAF5}" dt="2026-03-18T00:43:55.482" v="5803" actId="14100"/>
        <pc:sldMkLst>
          <pc:docMk/>
          <pc:sldMk cId="1822212354" sldId="266"/>
        </pc:sldMkLst>
        <pc:spChg chg="mod">
          <ac:chgData name="đức phạm minh" userId="5f9d70fd2474487b" providerId="LiveId" clId="{1332D574-7248-462C-AE0D-C8371E8BFAF5}" dt="2026-03-17T17:23:30.958" v="5242" actId="20577"/>
          <ac:spMkLst>
            <pc:docMk/>
            <pc:sldMk cId="1822212354" sldId="266"/>
            <ac:spMk id="2" creationId="{C45ACACD-1D67-252C-CDEF-830E8822101A}"/>
          </ac:spMkLst>
        </pc:spChg>
        <pc:spChg chg="mod">
          <ac:chgData name="đức phạm minh" userId="5f9d70fd2474487b" providerId="LiveId" clId="{1332D574-7248-462C-AE0D-C8371E8BFAF5}" dt="2026-03-17T17:27:28.329" v="5489" actId="14100"/>
          <ac:spMkLst>
            <pc:docMk/>
            <pc:sldMk cId="1822212354" sldId="266"/>
            <ac:spMk id="3" creationId="{D0D06AD4-CBB0-1911-7837-1815FF73CF64}"/>
          </ac:spMkLst>
        </pc:spChg>
        <pc:spChg chg="add mod">
          <ac:chgData name="đức phạm minh" userId="5f9d70fd2474487b" providerId="LiveId" clId="{1332D574-7248-462C-AE0D-C8371E8BFAF5}" dt="2026-03-17T17:30:12.315" v="5766" actId="1076"/>
          <ac:spMkLst>
            <pc:docMk/>
            <pc:sldMk cId="1822212354" sldId="266"/>
            <ac:spMk id="5" creationId="{C08E529F-5762-EAD9-049B-AFDF31630703}"/>
          </ac:spMkLst>
        </pc:spChg>
        <pc:spChg chg="add">
          <ac:chgData name="đức phạm minh" userId="5f9d70fd2474487b" providerId="LiveId" clId="{1332D574-7248-462C-AE0D-C8371E8BFAF5}" dt="2026-03-17T17:28:24.722" v="5541"/>
          <ac:spMkLst>
            <pc:docMk/>
            <pc:sldMk cId="1822212354" sldId="266"/>
            <ac:spMk id="6" creationId="{DEB5AA0C-3A6D-762B-53D4-AA064EC0BF73}"/>
          </ac:spMkLst>
        </pc:spChg>
        <pc:picChg chg="add mod">
          <ac:chgData name="đức phạm minh" userId="5f9d70fd2474487b" providerId="LiveId" clId="{1332D574-7248-462C-AE0D-C8371E8BFAF5}" dt="2026-03-18T00:43:55.482" v="5803" actId="14100"/>
          <ac:picMkLst>
            <pc:docMk/>
            <pc:sldMk cId="1822212354" sldId="266"/>
            <ac:picMk id="4" creationId="{6F2A7B75-E994-C728-AA5D-14927FE8B124}"/>
          </ac:picMkLst>
        </pc:picChg>
        <pc:picChg chg="add mod">
          <ac:chgData name="đức phạm minh" userId="5f9d70fd2474487b" providerId="LiveId" clId="{1332D574-7248-462C-AE0D-C8371E8BFAF5}" dt="2026-03-17T17:30:53.540" v="5770" actId="1076"/>
          <ac:picMkLst>
            <pc:docMk/>
            <pc:sldMk cId="1822212354" sldId="266"/>
            <ac:picMk id="2051" creationId="{AAF05A69-654B-F9D1-CE73-6BF7FE0D8826}"/>
          </ac:picMkLst>
        </pc:picChg>
        <pc:picChg chg="add mod">
          <ac:chgData name="đức phạm minh" userId="5f9d70fd2474487b" providerId="LiveId" clId="{1332D574-7248-462C-AE0D-C8371E8BFAF5}" dt="2026-03-17T17:31:04.036" v="5772" actId="1076"/>
          <ac:picMkLst>
            <pc:docMk/>
            <pc:sldMk cId="1822212354" sldId="266"/>
            <ac:picMk id="2053" creationId="{D5F2F2AF-2791-0D2B-D9D3-A7E390CCF232}"/>
          </ac:picMkLst>
        </pc:picChg>
      </pc:sldChg>
      <pc:sldChg chg="addSp delSp modSp new mod setBg">
        <pc:chgData name="đức phạm minh" userId="5f9d70fd2474487b" providerId="LiveId" clId="{1332D574-7248-462C-AE0D-C8371E8BFAF5}" dt="2026-03-17T17:32:06.162" v="5788" actId="26606"/>
        <pc:sldMkLst>
          <pc:docMk/>
          <pc:sldMk cId="431536530" sldId="267"/>
        </pc:sldMkLst>
        <pc:spChg chg="del">
          <ac:chgData name="đức phạm minh" userId="5f9d70fd2474487b" providerId="LiveId" clId="{1332D574-7248-462C-AE0D-C8371E8BFAF5}" dt="2026-03-17T17:32:06.162" v="5788" actId="26606"/>
          <ac:spMkLst>
            <pc:docMk/>
            <pc:sldMk cId="431536530" sldId="267"/>
            <ac:spMk id="2" creationId="{3B3A94F0-2B6D-8C62-4733-2F949563E9F3}"/>
          </ac:spMkLst>
        </pc:spChg>
        <pc:spChg chg="del">
          <ac:chgData name="đức phạm minh" userId="5f9d70fd2474487b" providerId="LiveId" clId="{1332D574-7248-462C-AE0D-C8371E8BFAF5}" dt="2026-03-17T17:32:06.162" v="5788" actId="26606"/>
          <ac:spMkLst>
            <pc:docMk/>
            <pc:sldMk cId="431536530" sldId="267"/>
            <ac:spMk id="3" creationId="{32F0B0F3-0FB7-B4A3-CA0D-8A583ABB9513}"/>
          </ac:spMkLst>
        </pc:spChg>
        <pc:picChg chg="add mod">
          <ac:chgData name="đức phạm minh" userId="5f9d70fd2474487b" providerId="LiveId" clId="{1332D574-7248-462C-AE0D-C8371E8BFAF5}" dt="2026-03-17T17:32:06.162" v="5788" actId="26606"/>
          <ac:picMkLst>
            <pc:docMk/>
            <pc:sldMk cId="431536530" sldId="267"/>
            <ac:picMk id="5" creationId="{DEF007AF-1C94-E39D-6333-6B7D2A9B8EEF}"/>
          </ac:picMkLst>
        </pc:picChg>
      </pc:sldChg>
      <pc:sldChg chg="addSp modSp new mod">
        <pc:chgData name="đức phạm minh" userId="5f9d70fd2474487b" providerId="LiveId" clId="{1332D574-7248-462C-AE0D-C8371E8BFAF5}" dt="2026-03-18T01:22:49.778" v="6648" actId="5793"/>
        <pc:sldMkLst>
          <pc:docMk/>
          <pc:sldMk cId="2693251637" sldId="268"/>
        </pc:sldMkLst>
        <pc:spChg chg="mod">
          <ac:chgData name="đức phạm minh" userId="5f9d70fd2474487b" providerId="LiveId" clId="{1332D574-7248-462C-AE0D-C8371E8BFAF5}" dt="2026-03-18T00:46:31.863" v="5907" actId="5793"/>
          <ac:spMkLst>
            <pc:docMk/>
            <pc:sldMk cId="2693251637" sldId="268"/>
            <ac:spMk id="2" creationId="{3A75AC1C-2CED-E8C2-A361-AFB52DCB1A38}"/>
          </ac:spMkLst>
        </pc:spChg>
        <pc:spChg chg="mod">
          <ac:chgData name="đức phạm minh" userId="5f9d70fd2474487b" providerId="LiveId" clId="{1332D574-7248-462C-AE0D-C8371E8BFAF5}" dt="2026-03-18T01:22:49.778" v="6648" actId="5793"/>
          <ac:spMkLst>
            <pc:docMk/>
            <pc:sldMk cId="2693251637" sldId="268"/>
            <ac:spMk id="3" creationId="{2AF10B4E-6BD5-E876-D4FC-B55D0F5C9538}"/>
          </ac:spMkLst>
        </pc:spChg>
        <pc:picChg chg="add mod">
          <ac:chgData name="đức phạm minh" userId="5f9d70fd2474487b" providerId="LiveId" clId="{1332D574-7248-462C-AE0D-C8371E8BFAF5}" dt="2026-03-18T00:43:08.522" v="5794" actId="14100"/>
          <ac:picMkLst>
            <pc:docMk/>
            <pc:sldMk cId="2693251637" sldId="268"/>
            <ac:picMk id="4" creationId="{BD54BA1A-52AE-1F21-15F7-06A79E6731E1}"/>
          </ac:picMkLst>
        </pc:picChg>
      </pc:sldChg>
      <pc:sldChg chg="add del">
        <pc:chgData name="đức phạm minh" userId="5f9d70fd2474487b" providerId="LiveId" clId="{1332D574-7248-462C-AE0D-C8371E8BFAF5}" dt="2026-03-18T00:42:56.808" v="5792"/>
        <pc:sldMkLst>
          <pc:docMk/>
          <pc:sldMk cId="2448792347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E506E-D68A-9181-EA6B-8AB15583B3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390082-F039-941F-9307-95A581AC1A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18D7A-4DF6-E588-7A9E-05178FF39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F44C-F435-4065-A042-5D492F5B679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7B682-0739-8447-B6A5-5707ABA49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5F415-8A2F-5E38-4413-99A406A50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4ADC-331A-496B-A165-33548942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00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54DAE-2C02-6A6C-C44C-82B1B7C71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F69AD-DDB8-4F64-2333-BCA565B1F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B5F60-3578-5BAB-1CB5-CEE33544E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F44C-F435-4065-A042-5D492F5B679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D44A9-A41C-3BDA-D28E-B3EABF915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06E0C-9D50-B5FA-8269-AA91BD5A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4ADC-331A-496B-A165-33548942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303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50C4E-2ACD-D676-DC20-61911562C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AC534-2261-48D5-178A-D97EC619E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F1B54-D997-33B2-338A-03BB3B17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F44C-F435-4065-A042-5D492F5B679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9E044-8B6A-2040-DD90-AAEECCBDC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FFA30-8D7E-E898-39C1-638479E8C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4ADC-331A-496B-A165-33548942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10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A89A0-5FD1-6AA4-A527-992BBF5D9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E0005-38DC-4845-1C1B-3F0F23D8C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416DA-1B05-53BC-55DD-066E41848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A3459-11B1-42D1-B7F2-351FD5F22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F44C-F435-4065-A042-5D492F5B679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D6007-1DF4-98E6-D668-2C27E46DF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0946F-D3C9-F178-ACAA-245085CA4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4ADC-331A-496B-A165-33548942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98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43A5E-8C5C-AEBF-C274-0254D9A12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7D777-0E58-194C-6C67-7B448C124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780308-7C5D-CEC5-F0F2-47F60C786C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C06918-3A40-9BD6-C865-27289F1BBF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28A16C-2A7E-FF30-4E55-8899E9287A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E4AB9D-6DCE-3AEC-C464-1487DC3F7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F44C-F435-4065-A042-5D492F5B679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CD856D-8FE3-B867-133E-8993A8C48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DDB44-6EC7-D922-03DB-FA12A5540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4ADC-331A-496B-A165-33548942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334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514A0-7713-D210-BD6A-82C65151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7148F2-FED8-CD1B-65A8-04DF26D67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F44C-F435-4065-A042-5D492F5B679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5A749-0F0C-7785-862F-9B49975DE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DCD82-24A2-DB96-8A40-0D47B98A8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4ADC-331A-496B-A165-33548942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87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AFB168-882C-CF84-F64E-21E605CF3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F44C-F435-4065-A042-5D492F5B679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B83F8-285F-4F6C-DDD6-76CD45A1D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4C843-F2D6-0F1D-EDF0-B2277106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4ADC-331A-496B-A165-33548942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244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5ECFB-2DFF-322F-6F37-1F5D2D5B2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16B74-329A-3AB9-1327-9244EA3D7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7B260F-A684-6C4C-84B4-80733C3F4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AD895-4DAD-1A0C-75D2-16E903908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F44C-F435-4065-A042-5D492F5B679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DAD4F-2AF3-54DF-81C6-2F2E822E4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0FDED-E0EB-FC4C-2D2B-81F2499CA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4ADC-331A-496B-A165-33548942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528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DF601-8720-8912-BEB9-46D5021A4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0D6E5C-AB83-FBF0-B975-2A7FBE6FC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21A5B-9A60-A72B-5D2C-725E5D3B4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2CA42-77A0-E838-FBD5-5DACF13DB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F44C-F435-4065-A042-5D492F5B679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7AFB1-1775-F2F5-5A4B-6DF551A6D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66ADE-FD23-A4CE-0E87-BFB5131FB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4ADC-331A-496B-A165-33548942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55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2ABC5-B80F-7CC6-B6DC-752F12728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0D6118-7794-3E1D-72D0-C945CC415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851AE-0110-5E1F-23A2-00C944AE5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F44C-F435-4065-A042-5D492F5B679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F184F-8188-B5A5-5C02-FD7C84181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A9C6C-3DB6-FD23-4288-5EE00473D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4ADC-331A-496B-A165-33548942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835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2DECC-01E0-A06F-0BDD-A7E5A30957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39D68F-9DAB-181A-F98A-FACF5EF60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FBFD6-0B43-7FCA-C2D9-03E2F14C5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F44C-F435-4065-A042-5D492F5B679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221C2-E07B-997F-A6B9-6EF900478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D725E-2847-A590-4A4E-D69328058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4ADC-331A-496B-A165-33548942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29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9A13B-81A1-848C-509D-460B199F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2090D-7A6D-C622-84AD-F2059ECFC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ACC57-56F7-0CCA-214F-FFEB86B9C8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DDF44C-F435-4065-A042-5D492F5B679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1DF96-FEF3-2E59-63F3-DBC1552D8A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7D4E4-8468-EB14-10A4-7AD8647269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E4ADC-331A-496B-A165-33548942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762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272C15-B5CE-F664-E95D-824A10AED6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4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BA8A1B-84F3-4870-D3BC-D308E31B9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vi-VN" dirty="0">
                <a:solidFill>
                  <a:srgbClr val="FFFFFF"/>
                </a:solidFill>
              </a:rPr>
              <a:t>Ứng dụng quản lý Sinh viên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3DCD77-7B21-12BC-8A88-039F02DF5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639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AC1C-2CED-E8C2-A361-AFB52DCB1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vi-VN" sz="2600" dirty="0">
                <a:latin typeface="Times  New Roman"/>
              </a:rPr>
            </a:br>
            <a:r>
              <a:rPr lang="vi-VN" sz="2600" dirty="0">
                <a:latin typeface="Times  New Roman"/>
              </a:rPr>
              <a:t>	</a:t>
            </a:r>
            <a:endParaRPr lang="en-US" sz="2600" dirty="0">
              <a:latin typeface="Times 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10B4E-6BD5-E876-D4FC-B55D0F5C9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804" y="749861"/>
            <a:ext cx="10515600" cy="5743014"/>
          </a:xfrm>
        </p:spPr>
        <p:txBody>
          <a:bodyPr>
            <a:normAutofit fontScale="92500" lnSpcReduction="20000"/>
          </a:bodyPr>
          <a:lstStyle/>
          <a:p>
            <a:r>
              <a:rPr lang="vi-VN" sz="2400" dirty="0">
                <a:solidFill>
                  <a:srgbClr val="1A3A8A"/>
                </a:solidFill>
                <a:latin typeface="+mj-lt"/>
              </a:rPr>
              <a:t>Tiêu đề</a:t>
            </a:r>
          </a:p>
          <a:p>
            <a:endParaRPr lang="vi-VN" sz="2400" dirty="0">
              <a:solidFill>
                <a:srgbClr val="1A3A8A"/>
              </a:solidFill>
              <a:latin typeface="+mj-lt"/>
            </a:endParaRPr>
          </a:p>
          <a:p>
            <a:r>
              <a:rPr lang="vi-VN" sz="2400" dirty="0">
                <a:solidFill>
                  <a:srgbClr val="1A3A8A"/>
                </a:solidFill>
                <a:latin typeface="+mj-lt"/>
              </a:rPr>
              <a:t>Giới thiệu đề tài về &amp; Vấn đề giải quyết</a:t>
            </a:r>
          </a:p>
          <a:p>
            <a:endParaRPr lang="vi-VN" sz="2400" dirty="0">
              <a:solidFill>
                <a:srgbClr val="1A3A8A"/>
              </a:solidFill>
              <a:latin typeface="+mj-lt"/>
            </a:endParaRPr>
          </a:p>
          <a:p>
            <a:r>
              <a:rPr lang="vi-VN" sz="2400" dirty="0">
                <a:solidFill>
                  <a:srgbClr val="1A3A8A"/>
                </a:solidFill>
                <a:latin typeface="+mj-lt"/>
              </a:rPr>
              <a:t>1. Phần mở đầu: Đăng nhập &amp; Điều hướng</a:t>
            </a:r>
          </a:p>
          <a:p>
            <a:endParaRPr lang="vi-VN" sz="2400" dirty="0">
              <a:solidFill>
                <a:srgbClr val="1A3A8A"/>
              </a:solidFill>
              <a:latin typeface="+mj-lt"/>
            </a:endParaRPr>
          </a:p>
          <a:p>
            <a:r>
              <a:rPr lang="vi-VN" sz="2400" dirty="0">
                <a:solidFill>
                  <a:srgbClr val="1A3A8A"/>
                </a:solidFill>
                <a:latin typeface="+mj-lt"/>
              </a:rPr>
              <a:t>2. Không gian của Admin (Phòng đào tạo)</a:t>
            </a:r>
          </a:p>
          <a:p>
            <a:pPr lvl="1"/>
            <a:r>
              <a:rPr lang="vi-VN" dirty="0">
                <a:solidFill>
                  <a:srgbClr val="1A3A8A"/>
                </a:solidFill>
                <a:latin typeface="+mj-lt"/>
              </a:rPr>
              <a:t>Dashboard &amp; Quản lý Sinh Viên</a:t>
            </a:r>
          </a:p>
          <a:p>
            <a:pPr lvl="1"/>
            <a:r>
              <a:rPr lang="vi-VN" dirty="0">
                <a:solidFill>
                  <a:srgbClr val="1A3A8A"/>
                </a:solidFill>
                <a:latin typeface="+mj-lt"/>
              </a:rPr>
              <a:t>Phân công giảng dạy &amp; Thống kê chất lượng</a:t>
            </a:r>
          </a:p>
          <a:p>
            <a:pPr lvl="1"/>
            <a:endParaRPr lang="vi-VN" dirty="0">
              <a:solidFill>
                <a:srgbClr val="1A3A8A"/>
              </a:solidFill>
              <a:latin typeface="+mj-lt"/>
            </a:endParaRPr>
          </a:p>
          <a:p>
            <a:r>
              <a:rPr lang="vi-VN" sz="2400" dirty="0">
                <a:solidFill>
                  <a:srgbClr val="1A3A8A"/>
                </a:solidFill>
                <a:latin typeface="+mj-lt"/>
              </a:rPr>
              <a:t>3. Giao diện Giảng viên – Quản lý điểm số &amp; lớp dạy</a:t>
            </a:r>
          </a:p>
          <a:p>
            <a:endParaRPr lang="vi-VN" sz="2400" dirty="0">
              <a:solidFill>
                <a:srgbClr val="1A3A8A"/>
              </a:solidFill>
              <a:latin typeface="+mj-lt"/>
            </a:endParaRPr>
          </a:p>
          <a:p>
            <a:r>
              <a:rPr lang="vi-VN" sz="2400" dirty="0">
                <a:solidFill>
                  <a:srgbClr val="1A3A8A"/>
                </a:solidFill>
                <a:latin typeface="+mj-lt"/>
              </a:rPr>
              <a:t>4. Giao diện Sinh Viên</a:t>
            </a:r>
          </a:p>
          <a:p>
            <a:pPr lvl="1"/>
            <a:r>
              <a:rPr lang="vi-VN" dirty="0">
                <a:solidFill>
                  <a:srgbClr val="1A3A8A"/>
                </a:solidFill>
                <a:latin typeface="+mj-lt"/>
              </a:rPr>
              <a:t>Theo dõi thông tin &amp; kết quả học tập</a:t>
            </a:r>
          </a:p>
          <a:p>
            <a:pPr lvl="1"/>
            <a:r>
              <a:rPr lang="vi-VN" dirty="0">
                <a:solidFill>
                  <a:srgbClr val="1A3A8A"/>
                </a:solidFill>
                <a:latin typeface="+mj-lt"/>
              </a:rPr>
              <a:t>Đăng ký học phần thông minh</a:t>
            </a:r>
          </a:p>
          <a:p>
            <a:pPr marL="457200" lvl="1" indent="0">
              <a:buNone/>
            </a:pPr>
            <a:r>
              <a:rPr lang="vi-VN" dirty="0">
                <a:solidFill>
                  <a:srgbClr val="1A3A8A"/>
                </a:solidFill>
                <a:latin typeface="+mj-lt"/>
              </a:rPr>
              <a:t>	</a:t>
            </a:r>
          </a:p>
          <a:p>
            <a:r>
              <a:rPr lang="vi-VN" sz="2400" dirty="0">
                <a:solidFill>
                  <a:srgbClr val="1A3A8A"/>
                </a:solidFill>
                <a:latin typeface="+mj-lt"/>
              </a:rPr>
              <a:t>5. Tổng kết &amp; Hướng phát triển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54BA1A-52AE-1F21-15F7-06A79E673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6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251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AB64D-529C-41FE-CF72-664BCD0F9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4000" b="1" dirty="0">
                <a:solidFill>
                  <a:srgbClr val="1A3A8A"/>
                </a:solidFill>
                <a:cs typeface="Times New Roman" panose="02020603050405020304" pitchFamily="18" charset="0"/>
              </a:rPr>
              <a:t>Tiêu</a:t>
            </a:r>
            <a:r>
              <a:rPr lang="vi-VN" sz="4000" b="1" dirty="0">
                <a:solidFill>
                  <a:srgbClr val="1A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Đề</a:t>
            </a:r>
            <a:endParaRPr lang="en-US" sz="4000" b="1" dirty="0">
              <a:solidFill>
                <a:srgbClr val="1A3A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A94E4-8D10-31FB-ABC6-A59B13878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r>
              <a:rPr lang="vi-VN" sz="2400" b="1" dirty="0">
                <a:solidFill>
                  <a:srgbClr val="1A3A8A"/>
                </a:solidFill>
                <a:latin typeface="+mj-lt"/>
                <a:cs typeface="Times New Roman" panose="02020603050405020304" pitchFamily="18" charset="0"/>
              </a:rPr>
              <a:t>Tên dự án : </a:t>
            </a:r>
            <a:r>
              <a:rPr lang="vi-VN" sz="2400" dirty="0">
                <a:solidFill>
                  <a:srgbClr val="1A3A8A"/>
                </a:solidFill>
                <a:latin typeface="+mj-lt"/>
                <a:cs typeface="Times New Roman" panose="02020603050405020304" pitchFamily="18" charset="0"/>
              </a:rPr>
              <a:t>Ứng dụng quản lý Sinh viên</a:t>
            </a:r>
          </a:p>
          <a:p>
            <a:r>
              <a:rPr lang="vi-VN" sz="2400" b="1" dirty="0">
                <a:solidFill>
                  <a:srgbClr val="1A3A8A"/>
                </a:solidFill>
                <a:latin typeface="+mj-lt"/>
                <a:cs typeface="Times New Roman" panose="02020603050405020304" pitchFamily="18" charset="0"/>
              </a:rPr>
              <a:t>Người thực hiện: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vi-VN" sz="2000" dirty="0">
                <a:solidFill>
                  <a:srgbClr val="1A3A8A"/>
                </a:solidFill>
                <a:latin typeface="+mj-lt"/>
                <a:cs typeface="Times New Roman" panose="02020603050405020304" pitchFamily="18" charset="0"/>
              </a:rPr>
              <a:t>Từ Xuân Đạt                        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vi-VN" sz="2000" dirty="0">
                <a:solidFill>
                  <a:srgbClr val="1A3A8A"/>
                </a:solidFill>
                <a:latin typeface="+mj-lt"/>
                <a:cs typeface="Times New Roman" panose="02020603050405020304" pitchFamily="18" charset="0"/>
              </a:rPr>
              <a:t>Phạm Minh Đức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vi-VN" sz="2000" dirty="0">
                <a:solidFill>
                  <a:srgbClr val="1A3A8A"/>
                </a:solidFill>
                <a:latin typeface="+mj-lt"/>
                <a:cs typeface="Times New Roman" panose="02020603050405020304" pitchFamily="18" charset="0"/>
              </a:rPr>
              <a:t>Vũ Công Tiến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vi-VN" sz="2000" dirty="0">
                <a:solidFill>
                  <a:srgbClr val="1A3A8A"/>
                </a:solidFill>
                <a:latin typeface="+mj-lt"/>
                <a:cs typeface="Times New Roman" panose="02020603050405020304" pitchFamily="18" charset="0"/>
              </a:rPr>
              <a:t>Nguyễn Trung Phong</a:t>
            </a:r>
          </a:p>
          <a:p>
            <a:pPr marL="0" indent="0">
              <a:buNone/>
            </a:pPr>
            <a:endParaRPr lang="vi-V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F49C1B-7CB2-82CF-8199-07F3019A8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3388" cy="46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840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96D4D-48F8-57E9-841A-000DB429F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4000" b="1" dirty="0">
                <a:solidFill>
                  <a:srgbClr val="1A3A8A"/>
                </a:solidFill>
              </a:rPr>
              <a:t>Giới thiệu đề tài &amp; Vấn đề giải quyết</a:t>
            </a:r>
            <a:endParaRPr lang="en-US" sz="4000" b="1" dirty="0">
              <a:solidFill>
                <a:srgbClr val="1A3A8A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3F754-BF19-96F6-9B4F-4B21D3629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4985"/>
            <a:ext cx="10515600" cy="4351338"/>
          </a:xfrm>
        </p:spPr>
        <p:txBody>
          <a:bodyPr>
            <a:normAutofit/>
          </a:bodyPr>
          <a:lstStyle/>
          <a:p>
            <a:r>
              <a:rPr lang="vi-VN" sz="2300" b="1" dirty="0">
                <a:solidFill>
                  <a:srgbClr val="1A3A8A"/>
                </a:solidFill>
                <a:latin typeface="+mj-lt"/>
              </a:rPr>
              <a:t>Lý do chọn đề tài: </a:t>
            </a:r>
            <a:r>
              <a:rPr lang="vi-VN" sz="2300" dirty="0">
                <a:solidFill>
                  <a:srgbClr val="1A3A8A"/>
                </a:solidFill>
                <a:latin typeface="+mj-lt"/>
              </a:rPr>
              <a:t>Nhu cầu quản lý thông tin trường học, sinh viên, điểm số.</a:t>
            </a:r>
          </a:p>
          <a:p>
            <a:endParaRPr lang="vi-VN" sz="2300" dirty="0">
              <a:solidFill>
                <a:srgbClr val="1A3A8A"/>
              </a:solidFill>
              <a:latin typeface="+mj-lt"/>
            </a:endParaRPr>
          </a:p>
          <a:p>
            <a:r>
              <a:rPr lang="vi-VN" sz="2300" b="1" dirty="0">
                <a:solidFill>
                  <a:srgbClr val="1A3A8A"/>
                </a:solidFill>
                <a:latin typeface="+mj-lt"/>
              </a:rPr>
              <a:t>Mục tiêu: </a:t>
            </a:r>
            <a:r>
              <a:rPr lang="vi-VN" sz="2300" dirty="0">
                <a:solidFill>
                  <a:srgbClr val="1A3A8A"/>
                </a:solidFill>
                <a:latin typeface="+mj-lt"/>
              </a:rPr>
              <a:t>Xây dựng một ứng dụng Desktop App thân thiện, hiện đại, tối ưu hóa quy trình làm việc cho 3 đối tượng: Sinh viên, Giảng viên và Quản trị (Phòng Đào tạo).</a:t>
            </a:r>
          </a:p>
          <a:p>
            <a:endParaRPr lang="vi-VN" sz="2300" dirty="0">
              <a:solidFill>
                <a:srgbClr val="1A3A8A"/>
              </a:solidFill>
              <a:latin typeface="+mj-lt"/>
            </a:endParaRPr>
          </a:p>
          <a:p>
            <a:r>
              <a:rPr lang="vi-VN" sz="2300" b="1" dirty="0">
                <a:solidFill>
                  <a:srgbClr val="1A3A8A"/>
                </a:solidFill>
                <a:latin typeface="+mj-lt"/>
              </a:rPr>
              <a:t>Công nghệ và ngôn ngữ sử dụng: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vi-VN" sz="2000" dirty="0">
                <a:solidFill>
                  <a:srgbClr val="1A3A8A"/>
                </a:solidFill>
              </a:rPr>
              <a:t>Frontend: Python với thư viện CustomTkinter và tkinter.ttk.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vi-VN" sz="2000" dirty="0">
                <a:solidFill>
                  <a:srgbClr val="1A3A8A"/>
                </a:solidFill>
              </a:rPr>
              <a:t>Backend &amp; Database: SQL sever, thư viện pyodbc để kết nối.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vi-VN" sz="2000" dirty="0">
                <a:solidFill>
                  <a:srgbClr val="1A3A8A"/>
                </a:solidFill>
              </a:rPr>
              <a:t>Xử lý dữ liệu: Thư viện pandas để xuất báo cáo ra file Excel.</a:t>
            </a:r>
            <a:br>
              <a:rPr lang="vi-VN" sz="1900" dirty="0">
                <a:solidFill>
                  <a:srgbClr val="1A3A8A"/>
                </a:solidFill>
                <a:latin typeface="+mj-lt"/>
              </a:rPr>
            </a:br>
            <a:r>
              <a:rPr lang="vi-VN" sz="1900" dirty="0">
                <a:solidFill>
                  <a:srgbClr val="1A3A8A"/>
                </a:solidFill>
                <a:latin typeface="+mj-lt"/>
              </a:rPr>
              <a:t>	</a:t>
            </a:r>
            <a:endParaRPr lang="vi-VN" sz="1600" dirty="0">
              <a:solidFill>
                <a:srgbClr val="1A3A8A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D230CF-9A5E-9278-7F5B-B1748C173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6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619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25771-F5F8-19DE-8507-62C40C16A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/>
          <a:lstStyle/>
          <a:p>
            <a:r>
              <a:rPr lang="vi-VN" b="1" dirty="0">
                <a:solidFill>
                  <a:srgbClr val="1A3A8A"/>
                </a:solidFill>
                <a:latin typeface="Times New Roman (Headings)"/>
              </a:rPr>
              <a:t>1. Phần mở đầu: Đăng nhập &amp; điều hướng </a:t>
            </a:r>
            <a:endParaRPr lang="en-US" b="1" dirty="0">
              <a:solidFill>
                <a:srgbClr val="1A3A8A"/>
              </a:solidFill>
              <a:latin typeface="Times New Roman (Headings)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18B1784-7ED4-294E-4DCF-03E1186482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6030" y="1721770"/>
            <a:ext cx="4966855" cy="3190009"/>
          </a:xfrm>
          <a:prstGeom prst="rect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F718FF-8FB6-EEFD-AD71-61ABB73DF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4690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FF0DC7-3F5E-69A0-6522-99EF710E18C6}"/>
              </a:ext>
            </a:extLst>
          </p:cNvPr>
          <p:cNvSpPr txBox="1"/>
          <p:nvPr/>
        </p:nvSpPr>
        <p:spPr>
          <a:xfrm>
            <a:off x="432872" y="1454727"/>
            <a:ext cx="6442364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1" dirty="0">
                <a:solidFill>
                  <a:srgbClr val="1A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Nền tảng </a:t>
            </a:r>
            <a:r>
              <a:rPr lang="en-US" sz="2400" b="1" dirty="0">
                <a:solidFill>
                  <a:srgbClr val="1A3A8A"/>
                </a:solidFill>
              </a:rPr>
              <a:t>-</a:t>
            </a:r>
            <a:r>
              <a:rPr lang="vi-VN" sz="2400" b="1" dirty="0">
                <a:solidFill>
                  <a:srgbClr val="1A3A8A"/>
                </a:solidFill>
              </a:rPr>
              <a:t> </a:t>
            </a:r>
            <a:r>
              <a:rPr lang="vi-VN" sz="2400" b="1" dirty="0">
                <a:solidFill>
                  <a:srgbClr val="1A3A8A"/>
                </a:solidFill>
                <a:latin typeface="+mj-lt"/>
              </a:rPr>
              <a:t>3 không gian: </a:t>
            </a:r>
            <a:r>
              <a:rPr lang="vi-VN" sz="2400" dirty="0">
                <a:solidFill>
                  <a:srgbClr val="1A3A8A"/>
                </a:solidFill>
                <a:latin typeface="+mj-lt"/>
              </a:rPr>
              <a:t>Tự động phân quyền thông minh cho Sinh viên – Giảng viên – Phòng đào tạo.</a:t>
            </a:r>
          </a:p>
          <a:p>
            <a:pPr marL="263525" indent="-263525">
              <a:buFont typeface="Arial" panose="020B0604020202020204" pitchFamily="34" charset="0"/>
              <a:buChar char="•"/>
            </a:pPr>
            <a:endParaRPr lang="vi-VN" sz="2400" dirty="0">
              <a:solidFill>
                <a:srgbClr val="1A3A8A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1" dirty="0">
                <a:solidFill>
                  <a:srgbClr val="1A3A8A"/>
                </a:solidFill>
                <a:latin typeface="+mj-lt"/>
              </a:rPr>
              <a:t>Quản lý tập trung: </a:t>
            </a:r>
            <a:r>
              <a:rPr lang="vi-VN" sz="2400" dirty="0">
                <a:solidFill>
                  <a:srgbClr val="1A3A8A"/>
                </a:solidFill>
                <a:latin typeface="+mj-lt"/>
              </a:rPr>
              <a:t>Xử lý và đồng bộ dữ liệu điểm số, môn học, sinh viên theo thời gian thực.</a:t>
            </a:r>
          </a:p>
          <a:p>
            <a:pPr marL="263525" indent="-250825">
              <a:buFont typeface="Arial" panose="020B0604020202020204" pitchFamily="34" charset="0"/>
              <a:buChar char="•"/>
            </a:pPr>
            <a:endParaRPr lang="vi-VN" sz="2400" dirty="0">
              <a:solidFill>
                <a:srgbClr val="1A3A8A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1" dirty="0">
                <a:solidFill>
                  <a:srgbClr val="1A3A8A"/>
                </a:solidFill>
                <a:latin typeface="+mj-lt"/>
              </a:rPr>
              <a:t>Giao diện hiện đại: </a:t>
            </a:r>
            <a:r>
              <a:rPr lang="vi-VN" sz="2400" dirty="0">
                <a:solidFill>
                  <a:srgbClr val="1A3A8A"/>
                </a:solidFill>
                <a:latin typeface="+mj-lt"/>
              </a:rPr>
              <a:t>Tối ưu hóa trải nghiệm người dùng với thao tác mượt mà.</a:t>
            </a:r>
            <a:r>
              <a:rPr lang="vi-VN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1A3A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458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79336-CD6E-D3F2-8240-E2DE24964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solidFill>
                  <a:srgbClr val="1A3A8A"/>
                </a:solidFill>
                <a:latin typeface="Times  New Roman"/>
              </a:rPr>
              <a:t>2. Không gian của Admin (Phòng đào tạo)</a:t>
            </a:r>
            <a:endParaRPr lang="en-US" b="1" dirty="0">
              <a:solidFill>
                <a:srgbClr val="1A3A8A"/>
              </a:solidFill>
              <a:latin typeface="Times 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1961C1-48EC-88F3-E138-B90F7C8C5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690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1BE982-097B-45B2-07C5-AFE359340B37}"/>
              </a:ext>
            </a:extLst>
          </p:cNvPr>
          <p:cNvSpPr txBox="1"/>
          <p:nvPr/>
        </p:nvSpPr>
        <p:spPr>
          <a:xfrm>
            <a:off x="245027" y="2259064"/>
            <a:ext cx="688848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b="1" dirty="0">
                <a:solidFill>
                  <a:srgbClr val="1A3A8A"/>
                </a:solidFill>
                <a:latin typeface="+mj-lt"/>
              </a:rPr>
              <a:t>Báo cáo thời gian thực: </a:t>
            </a:r>
            <a:r>
              <a:rPr lang="vi-VN" sz="2400" dirty="0">
                <a:solidFill>
                  <a:srgbClr val="1A3A8A"/>
                </a:solidFill>
                <a:latin typeface="+mj-lt"/>
              </a:rPr>
              <a:t>Nắm bắt ngay số lượng Sinh viên, Giảng viên và Lớp học toàn trường.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2400" dirty="0">
              <a:solidFill>
                <a:srgbClr val="1A3A8A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b="1" dirty="0">
                <a:solidFill>
                  <a:srgbClr val="1A3A8A"/>
                </a:solidFill>
                <a:latin typeface="+mj-lt"/>
              </a:rPr>
              <a:t>Quản lý toàn diện (CRUD): </a:t>
            </a:r>
            <a:r>
              <a:rPr lang="vi-VN" sz="2400" dirty="0">
                <a:solidFill>
                  <a:srgbClr val="1A3A8A"/>
                </a:solidFill>
                <a:latin typeface="+mj-lt"/>
              </a:rPr>
              <a:t>Thao tác thêm, Cập nhật, Xóa và tìm kiếm Sinh viên với tốc độ cao, ngăn chặn lỗi nhập dữ liệu.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2400" dirty="0">
              <a:solidFill>
                <a:srgbClr val="1A3A8A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b="1" dirty="0">
                <a:solidFill>
                  <a:srgbClr val="1A3A8A"/>
                </a:solidFill>
                <a:latin typeface="+mj-lt"/>
              </a:rPr>
              <a:t>Trích xuất thông minh: </a:t>
            </a:r>
            <a:r>
              <a:rPr lang="vi-VN" sz="2400" dirty="0">
                <a:solidFill>
                  <a:srgbClr val="1A3A8A"/>
                </a:solidFill>
                <a:latin typeface="+mj-lt"/>
              </a:rPr>
              <a:t>Hỗ trợ xuất trực tiếp dữ liệu danh sách sinh viên ra file báo cáo Excel (Sử dụng thư viện Pandas).</a:t>
            </a:r>
            <a:endParaRPr lang="en-US" sz="2400" dirty="0">
              <a:solidFill>
                <a:srgbClr val="1A3A8A"/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F3C49E-2223-0036-3119-8056DDBE9BEF}"/>
              </a:ext>
            </a:extLst>
          </p:cNvPr>
          <p:cNvSpPr txBox="1"/>
          <p:nvPr/>
        </p:nvSpPr>
        <p:spPr>
          <a:xfrm>
            <a:off x="245027" y="1444336"/>
            <a:ext cx="6521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1A3A8A"/>
                </a:solidFill>
                <a:latin typeface="Times  New Roman"/>
              </a:rPr>
              <a:t>2.1: Dashbroad &amp; Quản lý Sinh Viên</a:t>
            </a:r>
            <a:endParaRPr lang="en-US" sz="2800" b="1" dirty="0">
              <a:solidFill>
                <a:srgbClr val="1A3A8A"/>
              </a:solidFill>
              <a:latin typeface="Times  New Roman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CB414E9-B690-5D26-3842-BA95F4CB7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3371D4E-CA6B-762D-E109-6CE4EC4CF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823" y="1553635"/>
            <a:ext cx="4121131" cy="230494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54BB43B-8747-3490-B8B1-F0B416F97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823" y="4187925"/>
            <a:ext cx="4134403" cy="23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078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E568B-369A-FC2D-8EF0-80FB9A9A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2800" b="1" dirty="0">
                <a:solidFill>
                  <a:srgbClr val="1A3A8A"/>
                </a:solidFill>
                <a:latin typeface="Times  New Roman"/>
              </a:rPr>
              <a:t>2.2: Phân công giảng dạy &amp; Thống kê chất lượng</a:t>
            </a:r>
            <a:endParaRPr lang="en-US" sz="2800" b="1" dirty="0">
              <a:solidFill>
                <a:srgbClr val="1A3A8A"/>
              </a:solidFill>
              <a:latin typeface="Times 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774C5-917E-F7CA-F985-511EB830E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45827" cy="4351338"/>
          </a:xfrm>
        </p:spPr>
        <p:txBody>
          <a:bodyPr>
            <a:normAutofit/>
          </a:bodyPr>
          <a:lstStyle/>
          <a:p>
            <a:r>
              <a:rPr lang="vi-VN" sz="2400" b="1" dirty="0">
                <a:solidFill>
                  <a:srgbClr val="1A3A8A"/>
                </a:solidFill>
                <a:latin typeface="Times  New Roman"/>
              </a:rPr>
              <a:t>Phân công thông minh: </a:t>
            </a:r>
            <a:r>
              <a:rPr lang="vi-VN" sz="2400" dirty="0">
                <a:solidFill>
                  <a:srgbClr val="1A3A8A"/>
                </a:solidFill>
                <a:latin typeface="Times  New Roman"/>
              </a:rPr>
              <a:t>T</a:t>
            </a:r>
            <a:r>
              <a:rPr lang="en-US" sz="2400" dirty="0">
                <a:solidFill>
                  <a:srgbClr val="1A3A8A"/>
                </a:solidFill>
              </a:rPr>
              <a:t>ự </a:t>
            </a:r>
            <a:r>
              <a:rPr lang="en-US" sz="2400" dirty="0" err="1">
                <a:solidFill>
                  <a:srgbClr val="1A3A8A"/>
                </a:solidFill>
              </a:rPr>
              <a:t>động</a:t>
            </a:r>
            <a:r>
              <a:rPr lang="en-US" sz="2400" dirty="0">
                <a:solidFill>
                  <a:srgbClr val="1A3A8A"/>
                </a:solidFill>
              </a:rPr>
              <a:t> </a:t>
            </a:r>
            <a:r>
              <a:rPr lang="en-US" sz="2400" dirty="0" err="1">
                <a:solidFill>
                  <a:srgbClr val="1A3A8A"/>
                </a:solidFill>
              </a:rPr>
              <a:t>đồng</a:t>
            </a:r>
            <a:r>
              <a:rPr lang="en-US" sz="2400" dirty="0">
                <a:solidFill>
                  <a:srgbClr val="1A3A8A"/>
                </a:solidFill>
              </a:rPr>
              <a:t> </a:t>
            </a:r>
            <a:r>
              <a:rPr lang="en-US" sz="2400" dirty="0" err="1">
                <a:solidFill>
                  <a:srgbClr val="1A3A8A"/>
                </a:solidFill>
              </a:rPr>
              <a:t>bộ</a:t>
            </a:r>
            <a:r>
              <a:rPr lang="en-US" sz="2400" dirty="0">
                <a:solidFill>
                  <a:srgbClr val="1A3A8A"/>
                </a:solidFill>
              </a:rPr>
              <a:t> </a:t>
            </a:r>
            <a:r>
              <a:rPr lang="en-US" sz="2400" dirty="0" err="1">
                <a:solidFill>
                  <a:srgbClr val="1A3A8A"/>
                </a:solidFill>
              </a:rPr>
              <a:t>và</a:t>
            </a:r>
            <a:r>
              <a:rPr lang="en-US" sz="2400" dirty="0">
                <a:solidFill>
                  <a:srgbClr val="1A3A8A"/>
                </a:solidFill>
              </a:rPr>
              <a:t> </a:t>
            </a:r>
            <a:r>
              <a:rPr lang="en-US" sz="2400" dirty="0" err="1">
                <a:solidFill>
                  <a:srgbClr val="1A3A8A"/>
                </a:solidFill>
              </a:rPr>
              <a:t>liên</a:t>
            </a:r>
            <a:r>
              <a:rPr lang="en-US" sz="2400" dirty="0">
                <a:solidFill>
                  <a:srgbClr val="1A3A8A"/>
                </a:solidFill>
              </a:rPr>
              <a:t> </a:t>
            </a:r>
            <a:r>
              <a:rPr lang="en-US" sz="2400" dirty="0" err="1">
                <a:solidFill>
                  <a:srgbClr val="1A3A8A"/>
                </a:solidFill>
              </a:rPr>
              <a:t>kết</a:t>
            </a:r>
            <a:r>
              <a:rPr lang="en-US" sz="2400" dirty="0">
                <a:solidFill>
                  <a:srgbClr val="1A3A8A"/>
                </a:solidFill>
              </a:rPr>
              <a:t> </a:t>
            </a:r>
            <a:r>
              <a:rPr lang="en-US" sz="2400" dirty="0" err="1">
                <a:solidFill>
                  <a:srgbClr val="1A3A8A"/>
                </a:solidFill>
              </a:rPr>
              <a:t>dữ</a:t>
            </a:r>
            <a:r>
              <a:rPr lang="en-US" sz="2400" dirty="0">
                <a:solidFill>
                  <a:srgbClr val="1A3A8A"/>
                </a:solidFill>
              </a:rPr>
              <a:t> </a:t>
            </a:r>
            <a:r>
              <a:rPr lang="en-US" sz="2400" dirty="0" err="1">
                <a:solidFill>
                  <a:srgbClr val="1A3A8A"/>
                </a:solidFill>
              </a:rPr>
              <a:t>liệu</a:t>
            </a:r>
            <a:r>
              <a:rPr lang="en-US" sz="2400" dirty="0">
                <a:solidFill>
                  <a:srgbClr val="1A3A8A"/>
                </a:solidFill>
              </a:rPr>
              <a:t> </a:t>
            </a:r>
            <a:r>
              <a:rPr lang="en-US" sz="2400" dirty="0" err="1">
                <a:solidFill>
                  <a:srgbClr val="1A3A8A"/>
                </a:solidFill>
              </a:rPr>
              <a:t>giữa</a:t>
            </a:r>
            <a:r>
              <a:rPr lang="en-US" sz="2400" dirty="0">
                <a:solidFill>
                  <a:srgbClr val="1A3A8A"/>
                </a:solidFill>
              </a:rPr>
              <a:t> </a:t>
            </a:r>
            <a:r>
              <a:rPr lang="en-US" sz="2400" dirty="0" err="1">
                <a:solidFill>
                  <a:srgbClr val="1A3A8A"/>
                </a:solidFill>
              </a:rPr>
              <a:t>Giảng</a:t>
            </a:r>
            <a:r>
              <a:rPr lang="en-US" sz="2400" dirty="0">
                <a:solidFill>
                  <a:srgbClr val="1A3A8A"/>
                </a:solidFill>
              </a:rPr>
              <a:t> </a:t>
            </a:r>
            <a:r>
              <a:rPr lang="en-US" sz="2400" dirty="0" err="1">
                <a:solidFill>
                  <a:srgbClr val="1A3A8A"/>
                </a:solidFill>
              </a:rPr>
              <a:t>viên</a:t>
            </a:r>
            <a:r>
              <a:rPr lang="en-US" sz="2400" dirty="0">
                <a:solidFill>
                  <a:srgbClr val="1A3A8A"/>
                </a:solidFill>
              </a:rPr>
              <a:t> - Môn </a:t>
            </a:r>
            <a:r>
              <a:rPr lang="en-US" sz="2400" dirty="0" err="1">
                <a:solidFill>
                  <a:srgbClr val="1A3A8A"/>
                </a:solidFill>
              </a:rPr>
              <a:t>học</a:t>
            </a:r>
            <a:r>
              <a:rPr lang="en-US" sz="2400" dirty="0">
                <a:solidFill>
                  <a:srgbClr val="1A3A8A"/>
                </a:solidFill>
              </a:rPr>
              <a:t> - </a:t>
            </a:r>
            <a:r>
              <a:rPr lang="en-US" sz="2400" dirty="0" err="1">
                <a:solidFill>
                  <a:srgbClr val="1A3A8A"/>
                </a:solidFill>
              </a:rPr>
              <a:t>Lớp</a:t>
            </a:r>
            <a:r>
              <a:rPr lang="en-US" sz="2400" dirty="0">
                <a:solidFill>
                  <a:srgbClr val="1A3A8A"/>
                </a:solidFill>
              </a:rPr>
              <a:t> </a:t>
            </a:r>
            <a:r>
              <a:rPr lang="en-US" sz="2400" dirty="0" err="1">
                <a:solidFill>
                  <a:srgbClr val="1A3A8A"/>
                </a:solidFill>
              </a:rPr>
              <a:t>học</a:t>
            </a:r>
            <a:r>
              <a:rPr lang="en-US" sz="2400" dirty="0">
                <a:solidFill>
                  <a:srgbClr val="1A3A8A"/>
                </a:solidFill>
              </a:rPr>
              <a:t>.</a:t>
            </a:r>
            <a:r>
              <a:rPr lang="vi-VN" sz="2400" dirty="0">
                <a:solidFill>
                  <a:srgbClr val="1A3A8A"/>
                </a:solidFill>
                <a:latin typeface="Times  New Roman"/>
              </a:rPr>
              <a:t> </a:t>
            </a:r>
          </a:p>
          <a:p>
            <a:endParaRPr lang="vi-VN" sz="2400" dirty="0">
              <a:solidFill>
                <a:srgbClr val="1A3A8A"/>
              </a:solidFill>
              <a:latin typeface="Times  New Roman"/>
            </a:endParaRPr>
          </a:p>
          <a:p>
            <a:r>
              <a:rPr lang="vi-VN" sz="2400" dirty="0">
                <a:solidFill>
                  <a:srgbClr val="1A3A8A"/>
                </a:solidFill>
                <a:latin typeface="Times  New Roman"/>
              </a:rPr>
              <a:t>Bảo vệ toàn vẹn dữ liệu: Sử dụng Stored Procedure từ SQL sever để kiểm tra trùng lặp phân công.</a:t>
            </a:r>
          </a:p>
          <a:p>
            <a:endParaRPr lang="vi-VN" sz="2400" dirty="0">
              <a:solidFill>
                <a:srgbClr val="1A3A8A"/>
              </a:solidFill>
              <a:latin typeface="Times  New Roman"/>
            </a:endParaRPr>
          </a:p>
          <a:p>
            <a:r>
              <a:rPr lang="vi-VN" sz="2400" b="1" dirty="0">
                <a:solidFill>
                  <a:srgbClr val="1A3A8A"/>
                </a:solidFill>
                <a:latin typeface="Times  New Roman"/>
              </a:rPr>
              <a:t>Thống kê chi tiết (TabView): </a:t>
            </a:r>
            <a:r>
              <a:rPr lang="vi-VN" sz="2400" dirty="0">
                <a:solidFill>
                  <a:srgbClr val="1A3A8A"/>
                </a:solidFill>
                <a:latin typeface="Times  New Roman"/>
              </a:rPr>
              <a:t>Phân tích sĩ số lớp và trực quan hóa tỷ lệ sinh viên Đạt/Rớt</a:t>
            </a:r>
            <a:endParaRPr lang="en-US" sz="2400" dirty="0">
              <a:solidFill>
                <a:srgbClr val="1A3A8A"/>
              </a:solidFill>
              <a:latin typeface="Times 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912595-3A64-F5F8-06BC-2D1F32046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690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E1C18D-AA20-81C4-0384-2F5A2616F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294" y="4052455"/>
            <a:ext cx="3975851" cy="23364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AEB67B-FC78-1CBB-6D68-866A272C9E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294" y="1411424"/>
            <a:ext cx="3996036" cy="241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263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4A7D-5FB3-12FC-4181-B8C6166C1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3500" b="1" dirty="0">
                <a:solidFill>
                  <a:srgbClr val="1A3A8A"/>
                </a:solidFill>
              </a:rPr>
              <a:t>3. Giao diện Giảng viên – Quản lý điểm số &amp; Lớp dạy</a:t>
            </a:r>
            <a:endParaRPr lang="en-US" sz="3500" b="1" dirty="0">
              <a:solidFill>
                <a:srgbClr val="1A3A8A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81349F5-8A23-2FDF-F897-C86B24CB58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95054" y="4139767"/>
            <a:ext cx="4174980" cy="24490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C6D71A-7F5C-7D4E-61C6-C3123C85E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4690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2CE069-8BD8-23C7-F830-F37FE1CF8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5054" y="1468937"/>
            <a:ext cx="4174980" cy="24738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C44B561-E629-6DEA-60D6-E1AE03F1F685}"/>
              </a:ext>
            </a:extLst>
          </p:cNvPr>
          <p:cNvSpPr txBox="1"/>
          <p:nvPr/>
        </p:nvSpPr>
        <p:spPr>
          <a:xfrm>
            <a:off x="342900" y="1468937"/>
            <a:ext cx="709699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b="1" dirty="0">
                <a:solidFill>
                  <a:srgbClr val="1A3A8A"/>
                </a:solidFill>
                <a:latin typeface="Times  New Roman"/>
              </a:rPr>
              <a:t>Không gian cá nhân hóa: </a:t>
            </a:r>
            <a:r>
              <a:rPr lang="vi-VN" sz="2400" dirty="0">
                <a:solidFill>
                  <a:srgbClr val="1A3A8A"/>
                </a:solidFill>
                <a:latin typeface="Times  New Roman"/>
              </a:rPr>
              <a:t>Tự động lọc và hiển thị chính xác danh sách các lớp học, môn học được Phòng đào tạo phân công.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2400" dirty="0">
              <a:solidFill>
                <a:srgbClr val="1A3A8A"/>
              </a:solidFill>
              <a:latin typeface="Times 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b="1" dirty="0">
                <a:solidFill>
                  <a:srgbClr val="1A3A8A"/>
                </a:solidFill>
                <a:latin typeface="Times  New Roman"/>
              </a:rPr>
              <a:t>Cập nhật điểm trực tiếp: </a:t>
            </a:r>
            <a:r>
              <a:rPr lang="vi-VN" sz="2400" dirty="0">
                <a:solidFill>
                  <a:srgbClr val="1A3A8A"/>
                </a:solidFill>
                <a:latin typeface="Times  New Roman"/>
              </a:rPr>
              <a:t>Thao tác chọn sinh viên và nhập Điểm Quá Trình (QT), Điểm Thi nhanh chóng ngay trên giao diện.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2400" dirty="0">
              <a:solidFill>
                <a:srgbClr val="1A3A8A"/>
              </a:solidFill>
              <a:latin typeface="Times 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b="1" dirty="0">
                <a:solidFill>
                  <a:srgbClr val="1A3A8A"/>
                </a:solidFill>
                <a:latin typeface="Times  New Roman"/>
              </a:rPr>
              <a:t>Bảo mật tuyệt đối: </a:t>
            </a:r>
            <a:r>
              <a:rPr lang="vi-VN" sz="2400" dirty="0">
                <a:solidFill>
                  <a:srgbClr val="1A3A8A"/>
                </a:solidFill>
                <a:latin typeface="Times  New Roman"/>
              </a:rPr>
              <a:t>Hệ thống kiểm tra quyền tự động qua Stored Procedure, đảm báo tính minh bạch và toàn vẹn của cơ sở dữ liệu điểm số.</a:t>
            </a:r>
            <a:endParaRPr lang="en-US" sz="2400" dirty="0">
              <a:solidFill>
                <a:srgbClr val="1A3A8A"/>
              </a:solidFill>
              <a:latin typeface="Times 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05668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E4EC9-3752-9D92-23C4-B206E7399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solidFill>
                  <a:srgbClr val="1A3A8A"/>
                </a:solidFill>
              </a:rPr>
              <a:t>4. Giao diện sinh viên</a:t>
            </a:r>
            <a:endParaRPr lang="en-US" b="1" dirty="0">
              <a:solidFill>
                <a:srgbClr val="1A3A8A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873A207-6CE4-BB9F-5FD9-63A10537A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96990" y="834186"/>
            <a:ext cx="4900495" cy="26654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99A636-325C-F599-3E3D-638B912AE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4690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E5C464-0B36-8C43-6F0E-DC59E97A303F}"/>
              </a:ext>
            </a:extLst>
          </p:cNvPr>
          <p:cNvSpPr txBox="1"/>
          <p:nvPr/>
        </p:nvSpPr>
        <p:spPr>
          <a:xfrm>
            <a:off x="838200" y="1444466"/>
            <a:ext cx="106264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600" b="1" dirty="0">
                <a:solidFill>
                  <a:srgbClr val="1A3A8A"/>
                </a:solidFill>
                <a:latin typeface="Times  New Roman"/>
              </a:rPr>
              <a:t>4.1: </a:t>
            </a:r>
            <a:r>
              <a:rPr lang="vi-VN" sz="2800" b="1" dirty="0">
                <a:solidFill>
                  <a:srgbClr val="1A3A8A"/>
                </a:solidFill>
                <a:latin typeface="Times  New Roman"/>
              </a:rPr>
              <a:t>Theo</a:t>
            </a:r>
            <a:r>
              <a:rPr lang="vi-VN" sz="2600" b="1" dirty="0">
                <a:solidFill>
                  <a:srgbClr val="1A3A8A"/>
                </a:solidFill>
                <a:latin typeface="Times  New Roman"/>
              </a:rPr>
              <a:t> dõi thông tin &amp; kết quả học tập</a:t>
            </a:r>
            <a:endParaRPr lang="en-US" sz="2600" b="1" dirty="0">
              <a:solidFill>
                <a:srgbClr val="1A3A8A"/>
              </a:solidFill>
              <a:latin typeface="Times 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3EF321-1C54-7845-2089-E83990C32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6990" y="3824591"/>
            <a:ext cx="4940921" cy="26654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601A40-F406-4056-5D1B-006FACA2699A}"/>
              </a:ext>
            </a:extLst>
          </p:cNvPr>
          <p:cNvSpPr txBox="1"/>
          <p:nvPr/>
        </p:nvSpPr>
        <p:spPr>
          <a:xfrm>
            <a:off x="746760" y="2166934"/>
            <a:ext cx="590550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200" b="1" dirty="0">
                <a:solidFill>
                  <a:srgbClr val="1A3A8A"/>
                </a:solidFill>
                <a:latin typeface="Times  New Roman"/>
              </a:rPr>
              <a:t>Trang cá nhân trực quan: </a:t>
            </a:r>
            <a:r>
              <a:rPr lang="vi-VN" sz="2200" dirty="0">
                <a:solidFill>
                  <a:srgbClr val="1A3A8A"/>
                </a:solidFill>
                <a:latin typeface="Times  New Roman"/>
              </a:rPr>
              <a:t>Giao diện dạng Card hiển thị chi tiết thông tin và trạng thái học tập.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vi-VN" sz="2200" dirty="0">
              <a:solidFill>
                <a:srgbClr val="1A3A8A"/>
              </a:solidFill>
              <a:latin typeface="Times 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200" b="1" dirty="0">
                <a:solidFill>
                  <a:srgbClr val="1A3A8A"/>
                </a:solidFill>
                <a:latin typeface="Times  New Roman"/>
              </a:rPr>
              <a:t>Cập nhật thời gian thực:</a:t>
            </a:r>
            <a:r>
              <a:rPr lang="vi-VN" sz="2200" dirty="0">
                <a:solidFill>
                  <a:srgbClr val="1A3A8A"/>
                </a:solidFill>
                <a:latin typeface="Times  New Roman"/>
              </a:rPr>
              <a:t> Nhận ngay kết quả điểm Quá Trình và điểm Thi ngay khi giảng viên lưu vào hệ thống.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vi-VN" sz="2200" dirty="0">
              <a:solidFill>
                <a:srgbClr val="1A3A8A"/>
              </a:solidFill>
              <a:latin typeface="Times 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200" b="1" dirty="0">
                <a:solidFill>
                  <a:srgbClr val="1A3A8A"/>
                </a:solidFill>
                <a:latin typeface="Times  New Roman"/>
              </a:rPr>
              <a:t>Tự động đánh giá: </a:t>
            </a:r>
            <a:r>
              <a:rPr lang="vi-VN" sz="2200" dirty="0">
                <a:solidFill>
                  <a:srgbClr val="1A3A8A"/>
                </a:solidFill>
                <a:latin typeface="Times  New Roman"/>
              </a:rPr>
              <a:t>Hệ thống tự động tíng điểm Tổng kết và phân loại kết quả (Đạt / Học lại) dựa trên tham số chuẩn (&gt;4.0).</a:t>
            </a:r>
          </a:p>
        </p:txBody>
      </p:sp>
    </p:spTree>
    <p:extLst>
      <p:ext uri="{BB962C8B-B14F-4D97-AF65-F5344CB8AC3E}">
        <p14:creationId xmlns:p14="http://schemas.microsoft.com/office/powerpoint/2010/main" val="97668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FB1D1-6AB6-5FED-2B20-8A6ED2F88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2800" b="1" dirty="0">
                <a:solidFill>
                  <a:srgbClr val="1A3A8A"/>
                </a:solidFill>
                <a:latin typeface="Times  New Roman"/>
              </a:rPr>
              <a:t>4.2: Đăng ký học phần thông minh</a:t>
            </a:r>
            <a:endParaRPr lang="en-US" sz="2800" b="1" dirty="0">
              <a:solidFill>
                <a:srgbClr val="1A3A8A"/>
              </a:solidFill>
              <a:latin typeface="Times 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A14A0-C78B-A5D8-0508-408F60C9A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91"/>
            <a:ext cx="5448300" cy="4680672"/>
          </a:xfrm>
        </p:spPr>
        <p:txBody>
          <a:bodyPr>
            <a:normAutofit/>
          </a:bodyPr>
          <a:lstStyle/>
          <a:p>
            <a:r>
              <a:rPr lang="vi-VN" sz="2200" b="1" dirty="0">
                <a:solidFill>
                  <a:srgbClr val="1A3A8A"/>
                </a:solidFill>
                <a:latin typeface="Times  New Roman"/>
              </a:rPr>
              <a:t>Lọc dữ liệu thông minh: </a:t>
            </a:r>
            <a:r>
              <a:rPr lang="vi-VN" sz="2200" dirty="0">
                <a:solidFill>
                  <a:srgbClr val="1A3A8A"/>
                </a:solidFill>
                <a:latin typeface="Times  New Roman"/>
              </a:rPr>
              <a:t>Chỉ hiển thị danh sách các môn học khả dụng (Sinh viên chưa từng đăng ký).</a:t>
            </a:r>
          </a:p>
          <a:p>
            <a:endParaRPr lang="vi-VN" sz="2200" dirty="0">
              <a:solidFill>
                <a:srgbClr val="1A3A8A"/>
              </a:solidFill>
              <a:latin typeface="Times  New Roman"/>
            </a:endParaRPr>
          </a:p>
          <a:p>
            <a:r>
              <a:rPr lang="vi-VN" sz="2200" b="1" dirty="0">
                <a:solidFill>
                  <a:srgbClr val="1A3A8A"/>
                </a:solidFill>
                <a:latin typeface="Times  New Roman"/>
              </a:rPr>
              <a:t>Đăng ký 1 chạm: </a:t>
            </a:r>
            <a:r>
              <a:rPr lang="vi-VN" sz="2200" dirty="0">
                <a:solidFill>
                  <a:srgbClr val="1A3A8A"/>
                </a:solidFill>
                <a:latin typeface="Times  New Roman"/>
              </a:rPr>
              <a:t>Thao tác chọn và xác nhận nhanh chóng qua giao diện TreeView.</a:t>
            </a:r>
          </a:p>
          <a:p>
            <a:endParaRPr lang="vi-VN" sz="2200" dirty="0">
              <a:solidFill>
                <a:srgbClr val="1A3A8A"/>
              </a:solidFill>
              <a:latin typeface="Times  New Roman"/>
            </a:endParaRPr>
          </a:p>
          <a:p>
            <a:r>
              <a:rPr lang="vi-VN" sz="2200" b="1" dirty="0">
                <a:solidFill>
                  <a:srgbClr val="1A3A8A"/>
                </a:solidFill>
                <a:latin typeface="Times  New Roman"/>
              </a:rPr>
              <a:t>Kiểm soát ngoại lệ: </a:t>
            </a:r>
            <a:r>
              <a:rPr lang="vi-VN" sz="2200" dirty="0">
                <a:solidFill>
                  <a:srgbClr val="1A3A8A"/>
                </a:solidFill>
                <a:latin typeface="Times  New Roman"/>
              </a:rPr>
              <a:t>Tự động bắt lỗi vi phạm khóa chính (Primary Key) dưới CSDL để ngăn chặn việc đăng ký trùng lặp môn học. </a:t>
            </a:r>
            <a:endParaRPr lang="en-US" sz="2200" dirty="0">
              <a:solidFill>
                <a:srgbClr val="1A3A8A"/>
              </a:solidFill>
              <a:latin typeface="Times 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6EECD3-5F23-6B06-E427-B043324D2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690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4C093F-2AAE-2C8D-AB89-4F84EAE86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870224"/>
            <a:ext cx="5732946" cy="311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897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ACACD-1D67-252C-CDEF-830E88221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solidFill>
                  <a:srgbClr val="1A3A8A"/>
                </a:solidFill>
                <a:latin typeface="Times  New Roman"/>
              </a:rPr>
              <a:t>5. Tổng kết &amp; Hướng phát triển</a:t>
            </a:r>
            <a:endParaRPr lang="en-US" b="1" dirty="0">
              <a:solidFill>
                <a:srgbClr val="1A3A8A"/>
              </a:solidFill>
              <a:latin typeface="Times 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06AD4-CBB0-1911-7837-1815FF73C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sz="2600" b="1" dirty="0">
                <a:solidFill>
                  <a:srgbClr val="1A3A8A"/>
                </a:solidFill>
                <a:latin typeface="+mj-lt"/>
              </a:rPr>
              <a:t>Kết quả đạt được: </a:t>
            </a:r>
          </a:p>
          <a:p>
            <a:pPr lvl="1"/>
            <a:r>
              <a:rPr lang="vi-VN" sz="2200" dirty="0">
                <a:solidFill>
                  <a:srgbClr val="1A3A8A"/>
                </a:solidFill>
                <a:latin typeface="+mj-lt"/>
              </a:rPr>
              <a:t>Hoàn thiện luồng nghiệp vụ cho 3 đối tượng.</a:t>
            </a:r>
          </a:p>
          <a:p>
            <a:pPr lvl="1"/>
            <a:r>
              <a:rPr lang="en-US" sz="2000" dirty="0" err="1">
                <a:solidFill>
                  <a:srgbClr val="1A3A8A"/>
                </a:solidFill>
                <a:latin typeface="Times  New Roman"/>
              </a:rPr>
              <a:t>Tối</a:t>
            </a:r>
            <a:r>
              <a:rPr lang="en-US" sz="2000" dirty="0">
                <a:solidFill>
                  <a:srgbClr val="1A3A8A"/>
                </a:solidFill>
                <a:latin typeface="Times  New Roman"/>
              </a:rPr>
              <a:t> </a:t>
            </a:r>
            <a:r>
              <a:rPr lang="en-US" sz="2000" dirty="0" err="1">
                <a:solidFill>
                  <a:srgbClr val="1A3A8A"/>
                </a:solidFill>
                <a:latin typeface="Times  New Roman"/>
              </a:rPr>
              <a:t>ưu</a:t>
            </a:r>
            <a:r>
              <a:rPr lang="en-US" sz="2000" dirty="0">
                <a:solidFill>
                  <a:srgbClr val="1A3A8A"/>
                </a:solidFill>
                <a:latin typeface="Times  New Roman"/>
              </a:rPr>
              <a:t> </a:t>
            </a:r>
            <a:r>
              <a:rPr lang="en-US" sz="2000" dirty="0" err="1">
                <a:solidFill>
                  <a:srgbClr val="1A3A8A"/>
                </a:solidFill>
                <a:latin typeface="Times  New Roman"/>
              </a:rPr>
              <a:t>hóa</a:t>
            </a:r>
            <a:r>
              <a:rPr lang="en-US" sz="2000" dirty="0">
                <a:solidFill>
                  <a:srgbClr val="1A3A8A"/>
                </a:solidFill>
                <a:latin typeface="Times  New Roman"/>
              </a:rPr>
              <a:t> Database </a:t>
            </a:r>
            <a:r>
              <a:rPr lang="en-US" sz="2000" dirty="0" err="1">
                <a:solidFill>
                  <a:srgbClr val="1A3A8A"/>
                </a:solidFill>
                <a:latin typeface="Times  New Roman"/>
              </a:rPr>
              <a:t>với</a:t>
            </a:r>
            <a:r>
              <a:rPr lang="en-US" sz="2000" dirty="0">
                <a:solidFill>
                  <a:srgbClr val="1A3A8A"/>
                </a:solidFill>
                <a:latin typeface="Times  New Roman"/>
              </a:rPr>
              <a:t> Stored Procedures &amp; Views.</a:t>
            </a:r>
            <a:endParaRPr lang="vi-VN" sz="2000" dirty="0">
              <a:solidFill>
                <a:srgbClr val="1A3A8A"/>
              </a:solidFill>
              <a:latin typeface="Times  New Roman"/>
            </a:endParaRPr>
          </a:p>
          <a:p>
            <a:pPr lvl="1"/>
            <a:r>
              <a:rPr lang="en-US" sz="2000" dirty="0">
                <a:solidFill>
                  <a:srgbClr val="1A3A8A"/>
                </a:solidFill>
                <a:latin typeface="Times  New Roman"/>
              </a:rPr>
              <a:t>Giao </a:t>
            </a:r>
            <a:r>
              <a:rPr lang="en-US" sz="2000" dirty="0" err="1">
                <a:solidFill>
                  <a:srgbClr val="1A3A8A"/>
                </a:solidFill>
                <a:latin typeface="Times  New Roman"/>
              </a:rPr>
              <a:t>diện</a:t>
            </a:r>
            <a:r>
              <a:rPr lang="en-US" sz="2000" dirty="0">
                <a:solidFill>
                  <a:srgbClr val="1A3A8A"/>
                </a:solidFill>
                <a:latin typeface="Times  New Roman"/>
              </a:rPr>
              <a:t> </a:t>
            </a:r>
            <a:r>
              <a:rPr lang="en-US" sz="2000" dirty="0" err="1">
                <a:solidFill>
                  <a:srgbClr val="1A3A8A"/>
                </a:solidFill>
                <a:latin typeface="Times  New Roman"/>
              </a:rPr>
              <a:t>thân</a:t>
            </a:r>
            <a:r>
              <a:rPr lang="en-US" sz="2000" dirty="0">
                <a:solidFill>
                  <a:srgbClr val="1A3A8A"/>
                </a:solidFill>
                <a:latin typeface="Times  New Roman"/>
              </a:rPr>
              <a:t> </a:t>
            </a:r>
            <a:r>
              <a:rPr lang="en-US" sz="2000" dirty="0" err="1">
                <a:solidFill>
                  <a:srgbClr val="1A3A8A"/>
                </a:solidFill>
                <a:latin typeface="Times  New Roman"/>
              </a:rPr>
              <a:t>thiện</a:t>
            </a:r>
            <a:r>
              <a:rPr lang="en-US" sz="2000" dirty="0">
                <a:solidFill>
                  <a:srgbClr val="1A3A8A"/>
                </a:solidFill>
                <a:latin typeface="Times  New Roman"/>
              </a:rPr>
              <a:t>, </a:t>
            </a:r>
            <a:r>
              <a:rPr lang="en-US" sz="2000" dirty="0" err="1">
                <a:solidFill>
                  <a:srgbClr val="1A3A8A"/>
                </a:solidFill>
                <a:latin typeface="Times  New Roman"/>
              </a:rPr>
              <a:t>bảo</a:t>
            </a:r>
            <a:r>
              <a:rPr lang="en-US" sz="2000" dirty="0">
                <a:solidFill>
                  <a:srgbClr val="1A3A8A"/>
                </a:solidFill>
                <a:latin typeface="Times  New Roman"/>
              </a:rPr>
              <a:t> </a:t>
            </a:r>
            <a:r>
              <a:rPr lang="en-US" sz="2000" dirty="0" err="1">
                <a:solidFill>
                  <a:srgbClr val="1A3A8A"/>
                </a:solidFill>
                <a:latin typeface="Times  New Roman"/>
              </a:rPr>
              <a:t>mật</a:t>
            </a:r>
            <a:r>
              <a:rPr lang="en-US" sz="2000" dirty="0">
                <a:solidFill>
                  <a:srgbClr val="1A3A8A"/>
                </a:solidFill>
                <a:latin typeface="Times  New Roman"/>
              </a:rPr>
              <a:t> </a:t>
            </a:r>
            <a:r>
              <a:rPr lang="en-US" sz="2000" dirty="0" err="1">
                <a:solidFill>
                  <a:srgbClr val="1A3A8A"/>
                </a:solidFill>
                <a:latin typeface="Times  New Roman"/>
              </a:rPr>
              <a:t>phân</a:t>
            </a:r>
            <a:r>
              <a:rPr lang="en-US" sz="2000" dirty="0">
                <a:solidFill>
                  <a:srgbClr val="1A3A8A"/>
                </a:solidFill>
                <a:latin typeface="Times  New Roman"/>
              </a:rPr>
              <a:t> </a:t>
            </a:r>
            <a:r>
              <a:rPr lang="en-US" sz="2000" dirty="0" err="1">
                <a:solidFill>
                  <a:srgbClr val="1A3A8A"/>
                </a:solidFill>
                <a:latin typeface="Times  New Roman"/>
              </a:rPr>
              <a:t>quyền</a:t>
            </a:r>
            <a:r>
              <a:rPr lang="en-US" sz="2000" dirty="0">
                <a:solidFill>
                  <a:srgbClr val="1A3A8A"/>
                </a:solidFill>
                <a:latin typeface="Times  New Roman"/>
              </a:rPr>
              <a:t> </a:t>
            </a:r>
            <a:r>
              <a:rPr lang="en-US" sz="2000" dirty="0" err="1">
                <a:solidFill>
                  <a:srgbClr val="1A3A8A"/>
                </a:solidFill>
                <a:latin typeface="Times  New Roman"/>
              </a:rPr>
              <a:t>rõ</a:t>
            </a:r>
            <a:r>
              <a:rPr lang="en-US" sz="2000" dirty="0">
                <a:solidFill>
                  <a:srgbClr val="1A3A8A"/>
                </a:solidFill>
                <a:latin typeface="Times  New Roman"/>
              </a:rPr>
              <a:t> </a:t>
            </a:r>
            <a:r>
              <a:rPr lang="en-US" sz="2000" dirty="0" err="1">
                <a:solidFill>
                  <a:srgbClr val="1A3A8A"/>
                </a:solidFill>
                <a:latin typeface="Times  New Roman"/>
              </a:rPr>
              <a:t>ràng</a:t>
            </a:r>
            <a:r>
              <a:rPr lang="en-US" sz="2000" dirty="0">
                <a:solidFill>
                  <a:srgbClr val="1A3A8A"/>
                </a:solidFill>
                <a:latin typeface="Times  New Roman"/>
              </a:rPr>
              <a:t>.</a:t>
            </a:r>
            <a:r>
              <a:rPr lang="vi-VN" sz="2000" dirty="0">
                <a:solidFill>
                  <a:srgbClr val="1A3A8A"/>
                </a:solidFill>
                <a:latin typeface="Times  New Roman"/>
              </a:rPr>
              <a:t> </a:t>
            </a:r>
          </a:p>
          <a:p>
            <a:pPr marL="457200" lvl="1" indent="0">
              <a:buNone/>
            </a:pPr>
            <a:endParaRPr lang="vi-VN" sz="2000" dirty="0">
              <a:solidFill>
                <a:srgbClr val="1A3A8A"/>
              </a:solidFill>
              <a:latin typeface="Times  New Roman"/>
            </a:endParaRPr>
          </a:p>
          <a:p>
            <a:pPr lvl="1"/>
            <a:endParaRPr lang="vi-VN" sz="2000" dirty="0">
              <a:latin typeface="Times  New Roman"/>
            </a:endParaRPr>
          </a:p>
          <a:p>
            <a:pPr marL="457200" lvl="1" indent="0">
              <a:buNone/>
            </a:pPr>
            <a:br>
              <a:rPr lang="vi-VN" sz="1800" dirty="0">
                <a:latin typeface="Times  New Roman"/>
              </a:rPr>
            </a:br>
            <a:r>
              <a:rPr lang="vi-VN" sz="1800" dirty="0">
                <a:latin typeface="Times  New Roman"/>
              </a:rPr>
              <a:t>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2A7B75-E994-C728-AA5D-14927FE8B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690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8E529F-5762-EAD9-049B-AFDF31630703}"/>
              </a:ext>
            </a:extLst>
          </p:cNvPr>
          <p:cNvSpPr txBox="1"/>
          <p:nvPr/>
        </p:nvSpPr>
        <p:spPr>
          <a:xfrm>
            <a:off x="838200" y="3689905"/>
            <a:ext cx="10515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600" b="1" dirty="0">
                <a:solidFill>
                  <a:srgbClr val="1A3A8A"/>
                </a:solidFill>
                <a:latin typeface="+mj-lt"/>
              </a:rPr>
              <a:t>Hướng phát triển tương lai: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rgbClr val="1A3A8A"/>
                </a:solidFill>
                <a:latin typeface="+mj-lt"/>
              </a:rPr>
              <a:t>Thêm tính năng gửi Email tự động (Cấp lại mật khẩu, thông báo điểm).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rgbClr val="1A3A8A"/>
                </a:solidFill>
                <a:latin typeface="+mj-lt"/>
              </a:rPr>
              <a:t>Đóng gói ứng dụng thành file.exe để dễ dàng triển khai.</a:t>
            </a:r>
            <a:endParaRPr lang="en-US" sz="2000" dirty="0">
              <a:solidFill>
                <a:srgbClr val="1A3A8A"/>
              </a:solidFill>
              <a:latin typeface="+mj-lt"/>
            </a:endParaRPr>
          </a:p>
        </p:txBody>
      </p:sp>
      <p:pic>
        <p:nvPicPr>
          <p:cNvPr id="2053" name="Picture 5" descr="Hình ảnh Phim Hoạt Hình Phóng Tàu Vũ Trụ Tên Lửa PNG , Tên Lửa, đưa đón,  Tàu Không Gian PNG trong suốt và Vector để tải xuống miễn phí">
            <a:extLst>
              <a:ext uri="{FF2B5EF4-FFF2-40B4-BE49-F238E27FC236}">
                <a16:creationId xmlns:a16="http://schemas.microsoft.com/office/drawing/2014/main" id="{D5F2F2AF-2791-0D2B-D9D3-A7E390CCF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638" y="123928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2212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F007AF-1C94-E39D-6333-6B7D2A9B8E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980" r="1968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536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876</Words>
  <Application>Microsoft Office PowerPoint</Application>
  <PresentationFormat>Widescreen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Times  New Roman</vt:lpstr>
      <vt:lpstr>Times New Roman (Headings)</vt:lpstr>
      <vt:lpstr>Aptos</vt:lpstr>
      <vt:lpstr>Aptos Display</vt:lpstr>
      <vt:lpstr>Arial</vt:lpstr>
      <vt:lpstr>Courier New</vt:lpstr>
      <vt:lpstr>Times New Roman</vt:lpstr>
      <vt:lpstr>Office Theme</vt:lpstr>
      <vt:lpstr>Ứng dụng quản lý Sinh viên</vt:lpstr>
      <vt:lpstr>  </vt:lpstr>
      <vt:lpstr>Tiêu Đề</vt:lpstr>
      <vt:lpstr>Giới thiệu đề tài &amp; Vấn đề giải quyết</vt:lpstr>
      <vt:lpstr>1. Phần mở đầu: Đăng nhập &amp; điều hướng </vt:lpstr>
      <vt:lpstr>2. Không gian của Admin (Phòng đào tạo)</vt:lpstr>
      <vt:lpstr>2.2: Phân công giảng dạy &amp; Thống kê chất lượng</vt:lpstr>
      <vt:lpstr>3. Giao diện Giảng viên – Quản lý điểm số &amp; Lớp dạy</vt:lpstr>
      <vt:lpstr>4. Giao diện sinh viên</vt:lpstr>
      <vt:lpstr>4.2: Đăng ký học phần thông minh</vt:lpstr>
      <vt:lpstr>5. Tổng kết &amp; Hướng phát triển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đức phạm minh</dc:creator>
  <cp:lastModifiedBy>đức phạm minh</cp:lastModifiedBy>
  <cp:revision>1</cp:revision>
  <dcterms:created xsi:type="dcterms:W3CDTF">2026-03-17T03:19:34Z</dcterms:created>
  <dcterms:modified xsi:type="dcterms:W3CDTF">2026-03-18T01:30:28Z</dcterms:modified>
</cp:coreProperties>
</file>